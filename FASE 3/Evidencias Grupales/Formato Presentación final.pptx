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  <p:sldId id="269" r:id="rId10"/>
    <p:sldId id="271" r:id="rId11"/>
    <p:sldId id="272" r:id="rId12"/>
    <p:sldId id="270" r:id="rId13"/>
    <p:sldId id="265" r:id="rId14"/>
    <p:sldId id="267" r:id="rId15"/>
    <p:sldId id="268" r:id="rId16"/>
    <p:sldId id="266" r:id="rId17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42EAB9-9FD5-4451-8091-5AAF1C69DCA6}" v="159" dt="2025-11-20T16:57:01.1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1103" autoAdjust="0"/>
  </p:normalViewPr>
  <p:slideViewPr>
    <p:cSldViewPr snapToGrid="0">
      <p:cViewPr varScale="1">
        <p:scale>
          <a:sx n="79" d="100"/>
          <a:sy n="79" d="100"/>
        </p:scale>
        <p:origin x="1830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audio Brito Soto" userId="c5a544fb6cb7e854" providerId="LiveId" clId="{846207F7-003C-4719-8AF9-79713FD361D0}"/>
    <pc:docChg chg="custSel addSld modSld">
      <pc:chgData name="Claudio Brito Soto" userId="c5a544fb6cb7e854" providerId="LiveId" clId="{846207F7-003C-4719-8AF9-79713FD361D0}" dt="2025-11-03T22:40:49.225" v="369"/>
      <pc:docMkLst>
        <pc:docMk/>
      </pc:docMkLst>
      <pc:sldChg chg="modTransition">
        <pc:chgData name="Claudio Brito Soto" userId="c5a544fb6cb7e854" providerId="LiveId" clId="{846207F7-003C-4719-8AF9-79713FD361D0}" dt="2025-11-03T22:40:45.732" v="366"/>
        <pc:sldMkLst>
          <pc:docMk/>
          <pc:sldMk cId="2391963198" sldId="256"/>
        </pc:sldMkLst>
      </pc:sldChg>
      <pc:sldChg chg="modTransition">
        <pc:chgData name="Claudio Brito Soto" userId="c5a544fb6cb7e854" providerId="LiveId" clId="{846207F7-003C-4719-8AF9-79713FD361D0}" dt="2025-11-03T22:40:46.217" v="367"/>
        <pc:sldMkLst>
          <pc:docMk/>
          <pc:sldMk cId="2436815989" sldId="257"/>
        </pc:sldMkLst>
      </pc:sldChg>
      <pc:sldChg chg="modSp modTransition">
        <pc:chgData name="Claudio Brito Soto" userId="c5a544fb6cb7e854" providerId="LiveId" clId="{846207F7-003C-4719-8AF9-79713FD361D0}" dt="2025-11-03T22:40:46.813" v="368"/>
        <pc:sldMkLst>
          <pc:docMk/>
          <pc:sldMk cId="775730755" sldId="258"/>
        </pc:sldMkLst>
        <pc:spChg chg="mod">
          <ac:chgData name="Claudio Brito Soto" userId="c5a544fb6cb7e854" providerId="LiveId" clId="{846207F7-003C-4719-8AF9-79713FD361D0}" dt="2025-11-03T22:09:10.161" v="205" actId="20577"/>
          <ac:spMkLst>
            <pc:docMk/>
            <pc:sldMk cId="775730755" sldId="258"/>
            <ac:spMk id="3" creationId="{5CB288BD-84B1-DF16-6004-32D5F8A61FF7}"/>
          </ac:spMkLst>
        </pc:spChg>
        <pc:spChg chg="mod">
          <ac:chgData name="Claudio Brito Soto" userId="c5a544fb6cb7e854" providerId="LiveId" clId="{846207F7-003C-4719-8AF9-79713FD361D0}" dt="2025-11-03T22:40:26.447" v="356" actId="313"/>
          <ac:spMkLst>
            <pc:docMk/>
            <pc:sldMk cId="775730755" sldId="258"/>
            <ac:spMk id="4" creationId="{DDC84C5C-77A0-B2A2-F0BB-8A7713B865EA}"/>
          </ac:spMkLst>
        </pc:spChg>
      </pc:sldChg>
      <pc:sldChg chg="modSp mod modTransition">
        <pc:chgData name="Claudio Brito Soto" userId="c5a544fb6cb7e854" providerId="LiveId" clId="{846207F7-003C-4719-8AF9-79713FD361D0}" dt="2025-11-03T22:40:38.098" v="358"/>
        <pc:sldMkLst>
          <pc:docMk/>
          <pc:sldMk cId="2717669782" sldId="259"/>
        </pc:sldMkLst>
        <pc:spChg chg="mod">
          <ac:chgData name="Claudio Brito Soto" userId="c5a544fb6cb7e854" providerId="LiveId" clId="{846207F7-003C-4719-8AF9-79713FD361D0}" dt="2025-11-03T22:09:40.454" v="207"/>
          <ac:spMkLst>
            <pc:docMk/>
            <pc:sldMk cId="2717669782" sldId="259"/>
            <ac:spMk id="3" creationId="{08D4A171-2FE3-5173-34E6-9DC3D74E7376}"/>
          </ac:spMkLst>
        </pc:spChg>
        <pc:spChg chg="mod">
          <ac:chgData name="Claudio Brito Soto" userId="c5a544fb6cb7e854" providerId="LiveId" clId="{846207F7-003C-4719-8AF9-79713FD361D0}" dt="2025-11-03T22:14:14.202" v="323" actId="20577"/>
          <ac:spMkLst>
            <pc:docMk/>
            <pc:sldMk cId="2717669782" sldId="259"/>
            <ac:spMk id="4" creationId="{7E63425F-86F4-531E-E0F5-7A349604A51E}"/>
          </ac:spMkLst>
        </pc:spChg>
      </pc:sldChg>
      <pc:sldChg chg="addSp modSp modTransition">
        <pc:chgData name="Claudio Brito Soto" userId="c5a544fb6cb7e854" providerId="LiveId" clId="{846207F7-003C-4719-8AF9-79713FD361D0}" dt="2025-11-03T22:40:39.259" v="359"/>
        <pc:sldMkLst>
          <pc:docMk/>
          <pc:sldMk cId="3964199749" sldId="260"/>
        </pc:sldMkLst>
        <pc:picChg chg="add mod">
          <ac:chgData name="Claudio Brito Soto" userId="c5a544fb6cb7e854" providerId="LiveId" clId="{846207F7-003C-4719-8AF9-79713FD361D0}" dt="2025-11-03T22:25:39.152" v="339" actId="14100"/>
          <ac:picMkLst>
            <pc:docMk/>
            <pc:sldMk cId="3964199749" sldId="260"/>
            <ac:picMk id="2052" creationId="{CAF9B858-7F94-EFDB-32A2-B87F77ACDD3B}"/>
          </ac:picMkLst>
        </pc:picChg>
      </pc:sldChg>
      <pc:sldChg chg="addSp modSp mod modTransition modAnim">
        <pc:chgData name="Claudio Brito Soto" userId="c5a544fb6cb7e854" providerId="LiveId" clId="{846207F7-003C-4719-8AF9-79713FD361D0}" dt="2025-11-03T22:40:49.225" v="369"/>
        <pc:sldMkLst>
          <pc:docMk/>
          <pc:sldMk cId="3324313383" sldId="262"/>
        </pc:sldMkLst>
        <pc:spChg chg="mod">
          <ac:chgData name="Claudio Brito Soto" userId="c5a544fb6cb7e854" providerId="LiveId" clId="{846207F7-003C-4719-8AF9-79713FD361D0}" dt="2025-11-03T22:25:52.902" v="340" actId="20577"/>
          <ac:spMkLst>
            <pc:docMk/>
            <pc:sldMk cId="3324313383" sldId="262"/>
            <ac:spMk id="7" creationId="{3A739E92-330D-944C-ED3E-C7F02FA216B3}"/>
          </ac:spMkLst>
        </pc:spChg>
        <pc:picChg chg="add mod">
          <ac:chgData name="Claudio Brito Soto" userId="c5a544fb6cb7e854" providerId="LiveId" clId="{846207F7-003C-4719-8AF9-79713FD361D0}" dt="2025-11-03T22:33:43.092" v="347" actId="14100"/>
          <ac:picMkLst>
            <pc:docMk/>
            <pc:sldMk cId="3324313383" sldId="262"/>
            <ac:picMk id="2" creationId="{6BB0095B-F2C9-9DBD-8C51-93EBA9542B45}"/>
          </ac:picMkLst>
        </pc:picChg>
      </pc:sldChg>
      <pc:sldChg chg="addSp modSp modTransition">
        <pc:chgData name="Claudio Brito Soto" userId="c5a544fb6cb7e854" providerId="LiveId" clId="{846207F7-003C-4719-8AF9-79713FD361D0}" dt="2025-11-03T22:40:40.263" v="360"/>
        <pc:sldMkLst>
          <pc:docMk/>
          <pc:sldMk cId="1890491460" sldId="263"/>
        </pc:sldMkLst>
        <pc:picChg chg="add mod">
          <ac:chgData name="Claudio Brito Soto" userId="c5a544fb6cb7e854" providerId="LiveId" clId="{846207F7-003C-4719-8AF9-79713FD361D0}" dt="2025-11-03T22:30:51.530" v="345" actId="1076"/>
          <ac:picMkLst>
            <pc:docMk/>
            <pc:sldMk cId="1890491460" sldId="263"/>
            <ac:picMk id="2" creationId="{BC5F6EFC-A040-1213-C8AB-993A63F63ABC}"/>
          </ac:picMkLst>
        </pc:picChg>
        <pc:picChg chg="add mod">
          <ac:chgData name="Claudio Brito Soto" userId="c5a544fb6cb7e854" providerId="LiveId" clId="{846207F7-003C-4719-8AF9-79713FD361D0}" dt="2025-11-03T22:30:21.048" v="343" actId="1076"/>
          <ac:picMkLst>
            <pc:docMk/>
            <pc:sldMk cId="1890491460" sldId="263"/>
            <ac:picMk id="3074" creationId="{832249A4-E9DF-A0F0-3B2C-4BED1757254D}"/>
          </ac:picMkLst>
        </pc:picChg>
      </pc:sldChg>
      <pc:sldChg chg="addSp modSp modTransition">
        <pc:chgData name="Claudio Brito Soto" userId="c5a544fb6cb7e854" providerId="LiveId" clId="{846207F7-003C-4719-8AF9-79713FD361D0}" dt="2025-11-03T22:40:35.103" v="357"/>
        <pc:sldMkLst>
          <pc:docMk/>
          <pc:sldMk cId="3299956469" sldId="264"/>
        </pc:sldMkLst>
        <pc:picChg chg="add mod">
          <ac:chgData name="Claudio Brito Soto" userId="c5a544fb6cb7e854" providerId="LiveId" clId="{846207F7-003C-4719-8AF9-79713FD361D0}" dt="2025-11-03T22:18:09.749" v="326" actId="14100"/>
          <ac:picMkLst>
            <pc:docMk/>
            <pc:sldMk cId="3299956469" sldId="264"/>
            <ac:picMk id="2" creationId="{0BA18A38-ED47-AE0D-3911-76D54A0DDA02}"/>
          </ac:picMkLst>
        </pc:picChg>
        <pc:picChg chg="add mod">
          <ac:chgData name="Claudio Brito Soto" userId="c5a544fb6cb7e854" providerId="LiveId" clId="{846207F7-003C-4719-8AF9-79713FD361D0}" dt="2025-11-03T22:18:46.537" v="328" actId="1076"/>
          <ac:picMkLst>
            <pc:docMk/>
            <pc:sldMk cId="3299956469" sldId="264"/>
            <ac:picMk id="1028" creationId="{C6393023-9F98-8B74-4896-2D9EA95F89DE}"/>
          </ac:picMkLst>
        </pc:picChg>
        <pc:picChg chg="add mod">
          <ac:chgData name="Claudio Brito Soto" userId="c5a544fb6cb7e854" providerId="LiveId" clId="{846207F7-003C-4719-8AF9-79713FD361D0}" dt="2025-11-03T22:19:30.980" v="330" actId="1076"/>
          <ac:picMkLst>
            <pc:docMk/>
            <pc:sldMk cId="3299956469" sldId="264"/>
            <ac:picMk id="1030" creationId="{F54D866E-1F33-7D3D-CB34-4B22BCDF31BE}"/>
          </ac:picMkLst>
        </pc:picChg>
      </pc:sldChg>
      <pc:sldChg chg="modTransition">
        <pc:chgData name="Claudio Brito Soto" userId="c5a544fb6cb7e854" providerId="LiveId" clId="{846207F7-003C-4719-8AF9-79713FD361D0}" dt="2025-11-03T22:40:42.099" v="363"/>
        <pc:sldMkLst>
          <pc:docMk/>
          <pc:sldMk cId="489174681" sldId="265"/>
        </pc:sldMkLst>
      </pc:sldChg>
      <pc:sldChg chg="modTransition">
        <pc:chgData name="Claudio Brito Soto" userId="c5a544fb6cb7e854" providerId="LiveId" clId="{846207F7-003C-4719-8AF9-79713FD361D0}" dt="2025-11-03T22:40:42.563" v="364"/>
        <pc:sldMkLst>
          <pc:docMk/>
          <pc:sldMk cId="2904893737" sldId="267"/>
        </pc:sldMkLst>
      </pc:sldChg>
      <pc:sldChg chg="modTransition">
        <pc:chgData name="Claudio Brito Soto" userId="c5a544fb6cb7e854" providerId="LiveId" clId="{846207F7-003C-4719-8AF9-79713FD361D0}" dt="2025-11-03T22:40:43.121" v="365"/>
        <pc:sldMkLst>
          <pc:docMk/>
          <pc:sldMk cId="1266268508" sldId="268"/>
        </pc:sldMkLst>
      </pc:sldChg>
      <pc:sldChg chg="modTransition">
        <pc:chgData name="Claudio Brito Soto" userId="c5a544fb6cb7e854" providerId="LiveId" clId="{846207F7-003C-4719-8AF9-79713FD361D0}" dt="2025-11-03T22:40:40.767" v="361"/>
        <pc:sldMkLst>
          <pc:docMk/>
          <pc:sldMk cId="2752457618" sldId="269"/>
        </pc:sldMkLst>
      </pc:sldChg>
      <pc:sldChg chg="addSp modSp">
        <pc:chgData name="Claudio Brito Soto" userId="c5a544fb6cb7e854" providerId="LiveId" clId="{846207F7-003C-4719-8AF9-79713FD361D0}" dt="2025-11-03T22:35:52.567" v="350" actId="1076"/>
        <pc:sldMkLst>
          <pc:docMk/>
          <pc:sldMk cId="3405368746" sldId="270"/>
        </pc:sldMkLst>
        <pc:picChg chg="add mod">
          <ac:chgData name="Claudio Brito Soto" userId="c5a544fb6cb7e854" providerId="LiveId" clId="{846207F7-003C-4719-8AF9-79713FD361D0}" dt="2025-11-03T22:20:24.362" v="332" actId="1076"/>
          <ac:picMkLst>
            <pc:docMk/>
            <pc:sldMk cId="3405368746" sldId="270"/>
            <ac:picMk id="2" creationId="{0F85DA23-9371-5D6C-35E3-C62854222EDA}"/>
          </ac:picMkLst>
        </pc:picChg>
        <pc:picChg chg="add mod">
          <ac:chgData name="Claudio Brito Soto" userId="c5a544fb6cb7e854" providerId="LiveId" clId="{846207F7-003C-4719-8AF9-79713FD361D0}" dt="2025-11-03T22:20:24.362" v="332" actId="1076"/>
          <ac:picMkLst>
            <pc:docMk/>
            <pc:sldMk cId="3405368746" sldId="270"/>
            <ac:picMk id="3" creationId="{9CC52B71-5730-1870-C187-60AA5689F308}"/>
          </ac:picMkLst>
        </pc:picChg>
        <pc:picChg chg="add mod">
          <ac:chgData name="Claudio Brito Soto" userId="c5a544fb6cb7e854" providerId="LiveId" clId="{846207F7-003C-4719-8AF9-79713FD361D0}" dt="2025-11-03T22:20:24.362" v="332" actId="1076"/>
          <ac:picMkLst>
            <pc:docMk/>
            <pc:sldMk cId="3405368746" sldId="270"/>
            <ac:picMk id="4" creationId="{9CC4DD23-13A2-E405-CB51-687883BFE02E}"/>
          </ac:picMkLst>
        </pc:picChg>
        <pc:picChg chg="add mod">
          <ac:chgData name="Claudio Brito Soto" userId="c5a544fb6cb7e854" providerId="LiveId" clId="{846207F7-003C-4719-8AF9-79713FD361D0}" dt="2025-11-03T22:20:24.362" v="332" actId="1076"/>
          <ac:picMkLst>
            <pc:docMk/>
            <pc:sldMk cId="3405368746" sldId="270"/>
            <ac:picMk id="5" creationId="{9BFAD16A-A9D1-9907-4914-A8C4218AD060}"/>
          </ac:picMkLst>
        </pc:picChg>
        <pc:picChg chg="add mod">
          <ac:chgData name="Claudio Brito Soto" userId="c5a544fb6cb7e854" providerId="LiveId" clId="{846207F7-003C-4719-8AF9-79713FD361D0}" dt="2025-11-03T22:20:24.362" v="332" actId="1076"/>
          <ac:picMkLst>
            <pc:docMk/>
            <pc:sldMk cId="3405368746" sldId="270"/>
            <ac:picMk id="8" creationId="{AACF015A-AAF5-DC68-F4CC-C8FA20CC3BB2}"/>
          </ac:picMkLst>
        </pc:picChg>
        <pc:picChg chg="add mod">
          <ac:chgData name="Claudio Brito Soto" userId="c5a544fb6cb7e854" providerId="LiveId" clId="{846207F7-003C-4719-8AF9-79713FD361D0}" dt="2025-11-03T22:20:24.362" v="332" actId="1076"/>
          <ac:picMkLst>
            <pc:docMk/>
            <pc:sldMk cId="3405368746" sldId="270"/>
            <ac:picMk id="10" creationId="{0E63D152-46DD-3C69-9045-C0B42A5D0E52}"/>
          </ac:picMkLst>
        </pc:picChg>
        <pc:picChg chg="add mod">
          <ac:chgData name="Claudio Brito Soto" userId="c5a544fb6cb7e854" providerId="LiveId" clId="{846207F7-003C-4719-8AF9-79713FD361D0}" dt="2025-11-03T22:20:24.362" v="332" actId="1076"/>
          <ac:picMkLst>
            <pc:docMk/>
            <pc:sldMk cId="3405368746" sldId="270"/>
            <ac:picMk id="11" creationId="{9D2BB8D6-2041-D925-96C7-ECAD45888C13}"/>
          </ac:picMkLst>
        </pc:picChg>
        <pc:picChg chg="add mod">
          <ac:chgData name="Claudio Brito Soto" userId="c5a544fb6cb7e854" providerId="LiveId" clId="{846207F7-003C-4719-8AF9-79713FD361D0}" dt="2025-11-03T22:20:24.362" v="332" actId="1076"/>
          <ac:picMkLst>
            <pc:docMk/>
            <pc:sldMk cId="3405368746" sldId="270"/>
            <ac:picMk id="12" creationId="{6FF1B7B7-35A8-7678-6FD2-6DD449C43093}"/>
          </ac:picMkLst>
        </pc:picChg>
        <pc:picChg chg="add mod">
          <ac:chgData name="Claudio Brito Soto" userId="c5a544fb6cb7e854" providerId="LiveId" clId="{846207F7-003C-4719-8AF9-79713FD361D0}" dt="2025-11-03T22:20:24.362" v="332" actId="1076"/>
          <ac:picMkLst>
            <pc:docMk/>
            <pc:sldMk cId="3405368746" sldId="270"/>
            <ac:picMk id="13" creationId="{67D7A02A-D789-3E43-0F17-A7C52FBAD958}"/>
          </ac:picMkLst>
        </pc:picChg>
        <pc:picChg chg="add mod">
          <ac:chgData name="Claudio Brito Soto" userId="c5a544fb6cb7e854" providerId="LiveId" clId="{846207F7-003C-4719-8AF9-79713FD361D0}" dt="2025-11-03T22:20:24.362" v="332" actId="1076"/>
          <ac:picMkLst>
            <pc:docMk/>
            <pc:sldMk cId="3405368746" sldId="270"/>
            <ac:picMk id="14" creationId="{89F707D1-D0B9-7DD5-4009-4D14AA0DD100}"/>
          </ac:picMkLst>
        </pc:picChg>
        <pc:picChg chg="add mod">
          <ac:chgData name="Claudio Brito Soto" userId="c5a544fb6cb7e854" providerId="LiveId" clId="{846207F7-003C-4719-8AF9-79713FD361D0}" dt="2025-11-03T22:35:52.567" v="350" actId="1076"/>
          <ac:picMkLst>
            <pc:docMk/>
            <pc:sldMk cId="3405368746" sldId="270"/>
            <ac:picMk id="4100" creationId="{1CC763BD-D2C9-89AB-D452-0D1CB6858EEC}"/>
          </ac:picMkLst>
        </pc:picChg>
      </pc:sldChg>
      <pc:sldChg chg="addSp delSp modSp new mod modTransition">
        <pc:chgData name="Claudio Brito Soto" userId="c5a544fb6cb7e854" providerId="LiveId" clId="{846207F7-003C-4719-8AF9-79713FD361D0}" dt="2025-11-03T22:40:41.252" v="362"/>
        <pc:sldMkLst>
          <pc:docMk/>
          <pc:sldMk cId="34754767" sldId="271"/>
        </pc:sldMkLst>
        <pc:picChg chg="add mod">
          <ac:chgData name="Claudio Brito Soto" userId="c5a544fb6cb7e854" providerId="LiveId" clId="{846207F7-003C-4719-8AF9-79713FD361D0}" dt="2025-11-03T22:38:35.488" v="355" actId="962"/>
          <ac:picMkLst>
            <pc:docMk/>
            <pc:sldMk cId="34754767" sldId="271"/>
            <ac:picMk id="5" creationId="{2E3DAC91-2AF1-EBC1-AF0A-9DDE9B6E300E}"/>
          </ac:picMkLst>
        </pc:picChg>
      </pc:sldChg>
    </pc:docChg>
  </pc:docChgLst>
  <pc:docChgLst>
    <pc:chgData name="Claudio Brito Soto" userId="c5a544fb6cb7e854" providerId="LiveId" clId="{B36081EC-44F6-4E4F-9E2C-18EAC813F962}"/>
    <pc:docChg chg="undo custSel addSld modSld">
      <pc:chgData name="Claudio Brito Soto" userId="c5a544fb6cb7e854" providerId="LiveId" clId="{B36081EC-44F6-4E4F-9E2C-18EAC813F962}" dt="2025-11-20T16:57:09.739" v="643" actId="14100"/>
      <pc:docMkLst>
        <pc:docMk/>
      </pc:docMkLst>
      <pc:sldChg chg="modSp mod">
        <pc:chgData name="Claudio Brito Soto" userId="c5a544fb6cb7e854" providerId="LiveId" clId="{B36081EC-44F6-4E4F-9E2C-18EAC813F962}" dt="2025-10-31T22:59:18.540" v="9" actId="20577"/>
        <pc:sldMkLst>
          <pc:docMk/>
          <pc:sldMk cId="2391963198" sldId="256"/>
        </pc:sldMkLst>
        <pc:spChg chg="mod">
          <ac:chgData name="Claudio Brito Soto" userId="c5a544fb6cb7e854" providerId="LiveId" clId="{B36081EC-44F6-4E4F-9E2C-18EAC813F962}" dt="2025-10-31T22:59:18.540" v="9" actId="20577"/>
          <ac:spMkLst>
            <pc:docMk/>
            <pc:sldMk cId="2391963198" sldId="256"/>
            <ac:spMk id="4" creationId="{E3B5815F-4341-2A3D-A22D-8F6657D201F3}"/>
          </ac:spMkLst>
        </pc:spChg>
      </pc:sldChg>
      <pc:sldChg chg="modSp mod">
        <pc:chgData name="Claudio Brito Soto" userId="c5a544fb6cb7e854" providerId="LiveId" clId="{B36081EC-44F6-4E4F-9E2C-18EAC813F962}" dt="2025-10-31T23:00:01.397" v="82" actId="478"/>
        <pc:sldMkLst>
          <pc:docMk/>
          <pc:sldMk cId="2436815989" sldId="257"/>
        </pc:sldMkLst>
        <pc:graphicFrameChg chg="mod modGraphic">
          <ac:chgData name="Claudio Brito Soto" userId="c5a544fb6cb7e854" providerId="LiveId" clId="{B36081EC-44F6-4E4F-9E2C-18EAC813F962}" dt="2025-10-31T23:00:01.397" v="82" actId="478"/>
          <ac:graphicFrameMkLst>
            <pc:docMk/>
            <pc:sldMk cId="2436815989" sldId="257"/>
            <ac:graphicFrameMk id="5" creationId="{CD98BAAD-E67E-3FB9-220F-BD3AA3645FAD}"/>
          </ac:graphicFrameMkLst>
        </pc:graphicFrameChg>
      </pc:sldChg>
      <pc:sldChg chg="modSp mod">
        <pc:chgData name="Claudio Brito Soto" userId="c5a544fb6cb7e854" providerId="LiveId" clId="{B36081EC-44F6-4E4F-9E2C-18EAC813F962}" dt="2025-11-03T20:10:01.019" v="134" actId="20577"/>
        <pc:sldMkLst>
          <pc:docMk/>
          <pc:sldMk cId="775730755" sldId="258"/>
        </pc:sldMkLst>
        <pc:spChg chg="mod">
          <ac:chgData name="Claudio Brito Soto" userId="c5a544fb6cb7e854" providerId="LiveId" clId="{B36081EC-44F6-4E4F-9E2C-18EAC813F962}" dt="2025-11-03T20:09:57.139" v="124" actId="20577"/>
          <ac:spMkLst>
            <pc:docMk/>
            <pc:sldMk cId="775730755" sldId="258"/>
            <ac:spMk id="3" creationId="{5CB288BD-84B1-DF16-6004-32D5F8A61FF7}"/>
          </ac:spMkLst>
        </pc:spChg>
        <pc:spChg chg="mod">
          <ac:chgData name="Claudio Brito Soto" userId="c5a544fb6cb7e854" providerId="LiveId" clId="{B36081EC-44F6-4E4F-9E2C-18EAC813F962}" dt="2025-11-03T20:10:01.019" v="134" actId="20577"/>
          <ac:spMkLst>
            <pc:docMk/>
            <pc:sldMk cId="775730755" sldId="258"/>
            <ac:spMk id="4" creationId="{DDC84C5C-77A0-B2A2-F0BB-8A7713B865EA}"/>
          </ac:spMkLst>
        </pc:spChg>
        <pc:spChg chg="mod">
          <ac:chgData name="Claudio Brito Soto" userId="c5a544fb6cb7e854" providerId="LiveId" clId="{B36081EC-44F6-4E4F-9E2C-18EAC813F962}" dt="2025-10-31T23:00:13.167" v="92" actId="20577"/>
          <ac:spMkLst>
            <pc:docMk/>
            <pc:sldMk cId="775730755" sldId="258"/>
            <ac:spMk id="6" creationId="{54D38248-5D31-85F9-1E0F-4A607BCD5F6A}"/>
          </ac:spMkLst>
        </pc:spChg>
      </pc:sldChg>
      <pc:sldChg chg="modSp mod">
        <pc:chgData name="Claudio Brito Soto" userId="c5a544fb6cb7e854" providerId="LiveId" clId="{B36081EC-44F6-4E4F-9E2C-18EAC813F962}" dt="2025-10-31T23:00:52.029" v="100"/>
        <pc:sldMkLst>
          <pc:docMk/>
          <pc:sldMk cId="2717669782" sldId="259"/>
        </pc:sldMkLst>
        <pc:spChg chg="mod">
          <ac:chgData name="Claudio Brito Soto" userId="c5a544fb6cb7e854" providerId="LiveId" clId="{B36081EC-44F6-4E4F-9E2C-18EAC813F962}" dt="2025-10-31T23:00:52.029" v="100"/>
          <ac:spMkLst>
            <pc:docMk/>
            <pc:sldMk cId="2717669782" sldId="259"/>
            <ac:spMk id="6" creationId="{54D38248-5D31-85F9-1E0F-4A607BCD5F6A}"/>
          </ac:spMkLst>
        </pc:spChg>
      </pc:sldChg>
      <pc:sldChg chg="modSp">
        <pc:chgData name="Claudio Brito Soto" userId="c5a544fb6cb7e854" providerId="LiveId" clId="{B36081EC-44F6-4E4F-9E2C-18EAC813F962}" dt="2025-10-31T23:01:02.183" v="102"/>
        <pc:sldMkLst>
          <pc:docMk/>
          <pc:sldMk cId="3964199749" sldId="260"/>
        </pc:sldMkLst>
        <pc:spChg chg="mod">
          <ac:chgData name="Claudio Brito Soto" userId="c5a544fb6cb7e854" providerId="LiveId" clId="{B36081EC-44F6-4E4F-9E2C-18EAC813F962}" dt="2025-10-31T23:01:02.183" v="102"/>
          <ac:spMkLst>
            <pc:docMk/>
            <pc:sldMk cId="3964199749" sldId="260"/>
            <ac:spMk id="6" creationId="{54D38248-5D31-85F9-1E0F-4A607BCD5F6A}"/>
          </ac:spMkLst>
        </pc:spChg>
      </pc:sldChg>
      <pc:sldChg chg="modSp modAnim">
        <pc:chgData name="Claudio Brito Soto" userId="c5a544fb6cb7e854" providerId="LiveId" clId="{B36081EC-44F6-4E4F-9E2C-18EAC813F962}" dt="2025-11-20T15:34:58.318" v="259"/>
        <pc:sldMkLst>
          <pc:docMk/>
          <pc:sldMk cId="3324313383" sldId="262"/>
        </pc:sldMkLst>
        <pc:spChg chg="mod">
          <ac:chgData name="Claudio Brito Soto" userId="c5a544fb6cb7e854" providerId="LiveId" clId="{B36081EC-44F6-4E4F-9E2C-18EAC813F962}" dt="2025-10-31T23:01:10.084" v="103"/>
          <ac:spMkLst>
            <pc:docMk/>
            <pc:sldMk cId="3324313383" sldId="262"/>
            <ac:spMk id="6" creationId="{54D38248-5D31-85F9-1E0F-4A607BCD5F6A}"/>
          </ac:spMkLst>
        </pc:spChg>
      </pc:sldChg>
      <pc:sldChg chg="modSp mod">
        <pc:chgData name="Claudio Brito Soto" userId="c5a544fb6cb7e854" providerId="LiveId" clId="{B36081EC-44F6-4E4F-9E2C-18EAC813F962}" dt="2025-11-01T21:17:00.390" v="109" actId="6549"/>
        <pc:sldMkLst>
          <pc:docMk/>
          <pc:sldMk cId="1890491460" sldId="263"/>
        </pc:sldMkLst>
        <pc:spChg chg="mod">
          <ac:chgData name="Claudio Brito Soto" userId="c5a544fb6cb7e854" providerId="LiveId" clId="{B36081EC-44F6-4E4F-9E2C-18EAC813F962}" dt="2025-10-31T23:01:19.216" v="104"/>
          <ac:spMkLst>
            <pc:docMk/>
            <pc:sldMk cId="1890491460" sldId="263"/>
            <ac:spMk id="6" creationId="{54D38248-5D31-85F9-1E0F-4A607BCD5F6A}"/>
          </ac:spMkLst>
        </pc:spChg>
        <pc:spChg chg="mod">
          <ac:chgData name="Claudio Brito Soto" userId="c5a544fb6cb7e854" providerId="LiveId" clId="{B36081EC-44F6-4E4F-9E2C-18EAC813F962}" dt="2025-11-01T21:17:00.390" v="109" actId="6549"/>
          <ac:spMkLst>
            <pc:docMk/>
            <pc:sldMk cId="1890491460" sldId="263"/>
            <ac:spMk id="7" creationId="{3A739E92-330D-944C-ED3E-C7F02FA216B3}"/>
          </ac:spMkLst>
        </pc:spChg>
      </pc:sldChg>
      <pc:sldChg chg="modSp mod">
        <pc:chgData name="Claudio Brito Soto" userId="c5a544fb6cb7e854" providerId="LiveId" clId="{B36081EC-44F6-4E4F-9E2C-18EAC813F962}" dt="2025-10-31T23:00:57.991" v="101"/>
        <pc:sldMkLst>
          <pc:docMk/>
          <pc:sldMk cId="3299956469" sldId="264"/>
        </pc:sldMkLst>
        <pc:spChg chg="mod">
          <ac:chgData name="Claudio Brito Soto" userId="c5a544fb6cb7e854" providerId="LiveId" clId="{B36081EC-44F6-4E4F-9E2C-18EAC813F962}" dt="2025-10-31T23:00:57.991" v="101"/>
          <ac:spMkLst>
            <pc:docMk/>
            <pc:sldMk cId="3299956469" sldId="264"/>
            <ac:spMk id="6" creationId="{54D38248-5D31-85F9-1E0F-4A607BCD5F6A}"/>
          </ac:spMkLst>
        </pc:spChg>
      </pc:sldChg>
      <pc:sldChg chg="modSp mod">
        <pc:chgData name="Claudio Brito Soto" userId="c5a544fb6cb7e854" providerId="LiveId" clId="{B36081EC-44F6-4E4F-9E2C-18EAC813F962}" dt="2025-10-31T23:01:38.905" v="108" actId="20577"/>
        <pc:sldMkLst>
          <pc:docMk/>
          <pc:sldMk cId="489174681" sldId="265"/>
        </pc:sldMkLst>
        <pc:spChg chg="mod">
          <ac:chgData name="Claudio Brito Soto" userId="c5a544fb6cb7e854" providerId="LiveId" clId="{B36081EC-44F6-4E4F-9E2C-18EAC813F962}" dt="2025-10-31T23:01:38.905" v="108" actId="20577"/>
          <ac:spMkLst>
            <pc:docMk/>
            <pc:sldMk cId="489174681" sldId="265"/>
            <ac:spMk id="4" creationId="{E3B5815F-4341-2A3D-A22D-8F6657D201F3}"/>
          </ac:spMkLst>
        </pc:spChg>
      </pc:sldChg>
      <pc:sldChg chg="modTransition">
        <pc:chgData name="Claudio Brito Soto" userId="c5a544fb6cb7e854" providerId="LiveId" clId="{B36081EC-44F6-4E4F-9E2C-18EAC813F962}" dt="2025-11-14T01:29:15.257" v="136"/>
        <pc:sldMkLst>
          <pc:docMk/>
          <pc:sldMk cId="4158079731" sldId="266"/>
        </pc:sldMkLst>
      </pc:sldChg>
      <pc:sldChg chg="addSp modSp mod">
        <pc:chgData name="Claudio Brito Soto" userId="c5a544fb6cb7e854" providerId="LiveId" clId="{B36081EC-44F6-4E4F-9E2C-18EAC813F962}" dt="2025-11-01T21:20:10.773" v="114" actId="167"/>
        <pc:sldMkLst>
          <pc:docMk/>
          <pc:sldMk cId="2752457618" sldId="269"/>
        </pc:sldMkLst>
        <pc:spChg chg="mod">
          <ac:chgData name="Claudio Brito Soto" userId="c5a544fb6cb7e854" providerId="LiveId" clId="{B36081EC-44F6-4E4F-9E2C-18EAC813F962}" dt="2025-10-31T23:01:23.860" v="105"/>
          <ac:spMkLst>
            <pc:docMk/>
            <pc:sldMk cId="2752457618" sldId="269"/>
            <ac:spMk id="6" creationId="{54D38248-5D31-85F9-1E0F-4A607BCD5F6A}"/>
          </ac:spMkLst>
        </pc:spChg>
        <pc:picChg chg="add mod ord">
          <ac:chgData name="Claudio Brito Soto" userId="c5a544fb6cb7e854" providerId="LiveId" clId="{B36081EC-44F6-4E4F-9E2C-18EAC813F962}" dt="2025-11-01T21:20:10.773" v="114" actId="167"/>
          <ac:picMkLst>
            <pc:docMk/>
            <pc:sldMk cId="2752457618" sldId="269"/>
            <ac:picMk id="3" creationId="{08E6EB85-6CFD-9312-0D79-2915F7C9E045}"/>
          </ac:picMkLst>
        </pc:picChg>
      </pc:sldChg>
      <pc:sldChg chg="addSp modSp modTransition modAnim modNotesTx">
        <pc:chgData name="Claudio Brito Soto" userId="c5a544fb6cb7e854" providerId="LiveId" clId="{B36081EC-44F6-4E4F-9E2C-18EAC813F962}" dt="2025-11-20T16:56:41.971" v="637" actId="20577"/>
        <pc:sldMkLst>
          <pc:docMk/>
          <pc:sldMk cId="3405368746" sldId="270"/>
        </pc:sldMkLst>
        <pc:spChg chg="mod">
          <ac:chgData name="Claudio Brito Soto" userId="c5a544fb6cb7e854" providerId="LiveId" clId="{B36081EC-44F6-4E4F-9E2C-18EAC813F962}" dt="2025-10-31T23:01:30.783" v="106"/>
          <ac:spMkLst>
            <pc:docMk/>
            <pc:sldMk cId="3405368746" sldId="270"/>
            <ac:spMk id="6" creationId="{54D38248-5D31-85F9-1E0F-4A607BCD5F6A}"/>
          </ac:spMkLst>
        </pc:spChg>
        <pc:picChg chg="mod">
          <ac:chgData name="Claudio Brito Soto" userId="c5a544fb6cb7e854" providerId="LiveId" clId="{B36081EC-44F6-4E4F-9E2C-18EAC813F962}" dt="2025-11-20T15:26:07.355" v="243" actId="1076"/>
          <ac:picMkLst>
            <pc:docMk/>
            <pc:sldMk cId="3405368746" sldId="270"/>
            <ac:picMk id="2" creationId="{0F85DA23-9371-5D6C-35E3-C62854222EDA}"/>
          </ac:picMkLst>
        </pc:picChg>
        <pc:picChg chg="mod">
          <ac:chgData name="Claudio Brito Soto" userId="c5a544fb6cb7e854" providerId="LiveId" clId="{B36081EC-44F6-4E4F-9E2C-18EAC813F962}" dt="2025-11-20T15:26:07.355" v="243" actId="1076"/>
          <ac:picMkLst>
            <pc:docMk/>
            <pc:sldMk cId="3405368746" sldId="270"/>
            <ac:picMk id="3" creationId="{9CC52B71-5730-1870-C187-60AA5689F308}"/>
          </ac:picMkLst>
        </pc:picChg>
        <pc:picChg chg="mod">
          <ac:chgData name="Claudio Brito Soto" userId="c5a544fb6cb7e854" providerId="LiveId" clId="{B36081EC-44F6-4E4F-9E2C-18EAC813F962}" dt="2025-11-14T01:31:21.668" v="139" actId="1076"/>
          <ac:picMkLst>
            <pc:docMk/>
            <pc:sldMk cId="3405368746" sldId="270"/>
            <ac:picMk id="4" creationId="{9CC4DD23-13A2-E405-CB51-687883BFE02E}"/>
          </ac:picMkLst>
        </pc:picChg>
        <pc:picChg chg="mod">
          <ac:chgData name="Claudio Brito Soto" userId="c5a544fb6cb7e854" providerId="LiveId" clId="{B36081EC-44F6-4E4F-9E2C-18EAC813F962}" dt="2025-11-14T01:33:12.499" v="149" actId="1076"/>
          <ac:picMkLst>
            <pc:docMk/>
            <pc:sldMk cId="3405368746" sldId="270"/>
            <ac:picMk id="5" creationId="{9BFAD16A-A9D1-9907-4914-A8C4218AD060}"/>
          </ac:picMkLst>
        </pc:picChg>
        <pc:picChg chg="mod">
          <ac:chgData name="Claudio Brito Soto" userId="c5a544fb6cb7e854" providerId="LiveId" clId="{B36081EC-44F6-4E4F-9E2C-18EAC813F962}" dt="2025-11-20T15:23:48.367" v="215" actId="1076"/>
          <ac:picMkLst>
            <pc:docMk/>
            <pc:sldMk cId="3405368746" sldId="270"/>
            <ac:picMk id="8" creationId="{AACF015A-AAF5-DC68-F4CC-C8FA20CC3BB2}"/>
          </ac:picMkLst>
        </pc:picChg>
        <pc:picChg chg="mod">
          <ac:chgData name="Claudio Brito Soto" userId="c5a544fb6cb7e854" providerId="LiveId" clId="{B36081EC-44F6-4E4F-9E2C-18EAC813F962}" dt="2025-11-20T15:23:49.304" v="216" actId="1076"/>
          <ac:picMkLst>
            <pc:docMk/>
            <pc:sldMk cId="3405368746" sldId="270"/>
            <ac:picMk id="10" creationId="{0E63D152-46DD-3C69-9045-C0B42A5D0E52}"/>
          </ac:picMkLst>
        </pc:picChg>
        <pc:picChg chg="mod">
          <ac:chgData name="Claudio Brito Soto" userId="c5a544fb6cb7e854" providerId="LiveId" clId="{B36081EC-44F6-4E4F-9E2C-18EAC813F962}" dt="2025-11-20T15:26:33.173" v="248" actId="1076"/>
          <ac:picMkLst>
            <pc:docMk/>
            <pc:sldMk cId="3405368746" sldId="270"/>
            <ac:picMk id="11" creationId="{9D2BB8D6-2041-D925-96C7-ECAD45888C13}"/>
          </ac:picMkLst>
        </pc:picChg>
        <pc:picChg chg="mod">
          <ac:chgData name="Claudio Brito Soto" userId="c5a544fb6cb7e854" providerId="LiveId" clId="{B36081EC-44F6-4E4F-9E2C-18EAC813F962}" dt="2025-11-20T15:26:30.282" v="247" actId="1076"/>
          <ac:picMkLst>
            <pc:docMk/>
            <pc:sldMk cId="3405368746" sldId="270"/>
            <ac:picMk id="12" creationId="{6FF1B7B7-35A8-7678-6FD2-6DD449C43093}"/>
          </ac:picMkLst>
        </pc:picChg>
        <pc:picChg chg="mod">
          <ac:chgData name="Claudio Brito Soto" userId="c5a544fb6cb7e854" providerId="LiveId" clId="{B36081EC-44F6-4E4F-9E2C-18EAC813F962}" dt="2025-11-20T15:26:39.220" v="249" actId="1076"/>
          <ac:picMkLst>
            <pc:docMk/>
            <pc:sldMk cId="3405368746" sldId="270"/>
            <ac:picMk id="13" creationId="{67D7A02A-D789-3E43-0F17-A7C52FBAD958}"/>
          </ac:picMkLst>
        </pc:picChg>
        <pc:picChg chg="mod">
          <ac:chgData name="Claudio Brito Soto" userId="c5a544fb6cb7e854" providerId="LiveId" clId="{B36081EC-44F6-4E4F-9E2C-18EAC813F962}" dt="2025-11-20T15:26:43.137" v="251" actId="1076"/>
          <ac:picMkLst>
            <pc:docMk/>
            <pc:sldMk cId="3405368746" sldId="270"/>
            <ac:picMk id="14" creationId="{89F707D1-D0B9-7DD5-4009-4D14AA0DD100}"/>
          </ac:picMkLst>
        </pc:picChg>
        <pc:picChg chg="add mod">
          <ac:chgData name="Claudio Brito Soto" userId="c5a544fb6cb7e854" providerId="LiveId" clId="{B36081EC-44F6-4E4F-9E2C-18EAC813F962}" dt="2025-11-14T01:32:59.610" v="147" actId="1076"/>
          <ac:picMkLst>
            <pc:docMk/>
            <pc:sldMk cId="3405368746" sldId="270"/>
            <ac:picMk id="15" creationId="{1232B526-B638-39A4-EA9C-1F9EECCC8C3A}"/>
          </ac:picMkLst>
        </pc:picChg>
        <pc:picChg chg="add mod">
          <ac:chgData name="Claudio Brito Soto" userId="c5a544fb6cb7e854" providerId="LiveId" clId="{B36081EC-44F6-4E4F-9E2C-18EAC813F962}" dt="2025-11-20T15:26:23.515" v="245" actId="1076"/>
          <ac:picMkLst>
            <pc:docMk/>
            <pc:sldMk cId="3405368746" sldId="270"/>
            <ac:picMk id="16" creationId="{9C26DCFE-445E-A047-1EAB-5C1705840667}"/>
          </ac:picMkLst>
        </pc:picChg>
        <pc:picChg chg="add mod">
          <ac:chgData name="Claudio Brito Soto" userId="c5a544fb6cb7e854" providerId="LiveId" clId="{B36081EC-44F6-4E4F-9E2C-18EAC813F962}" dt="2025-11-20T15:26:23.515" v="245" actId="1076"/>
          <ac:picMkLst>
            <pc:docMk/>
            <pc:sldMk cId="3405368746" sldId="270"/>
            <ac:picMk id="17" creationId="{7B1417F5-BCA5-C343-DA99-37F3A5A57573}"/>
          </ac:picMkLst>
        </pc:picChg>
        <pc:picChg chg="add mod">
          <ac:chgData name="Claudio Brito Soto" userId="c5a544fb6cb7e854" providerId="LiveId" clId="{B36081EC-44F6-4E4F-9E2C-18EAC813F962}" dt="2025-11-20T15:26:41.486" v="250" actId="1076"/>
          <ac:picMkLst>
            <pc:docMk/>
            <pc:sldMk cId="3405368746" sldId="270"/>
            <ac:picMk id="18" creationId="{9CA786DA-A0E2-BC5F-41D1-8C1827935EF2}"/>
          </ac:picMkLst>
        </pc:picChg>
        <pc:picChg chg="add mod">
          <ac:chgData name="Claudio Brito Soto" userId="c5a544fb6cb7e854" providerId="LiveId" clId="{B36081EC-44F6-4E4F-9E2C-18EAC813F962}" dt="2025-11-20T15:26:23.515" v="245" actId="1076"/>
          <ac:picMkLst>
            <pc:docMk/>
            <pc:sldMk cId="3405368746" sldId="270"/>
            <ac:picMk id="19" creationId="{301F5608-3AED-9985-945F-3CC995C27A51}"/>
          </ac:picMkLst>
        </pc:picChg>
        <pc:picChg chg="add mod">
          <ac:chgData name="Claudio Brito Soto" userId="c5a544fb6cb7e854" providerId="LiveId" clId="{B36081EC-44F6-4E4F-9E2C-18EAC813F962}" dt="2025-11-20T15:23:50.804" v="217" actId="1076"/>
          <ac:picMkLst>
            <pc:docMk/>
            <pc:sldMk cId="3405368746" sldId="270"/>
            <ac:picMk id="20" creationId="{8BB47AD6-11BC-4990-7CE0-9C7A7A3B6AE8}"/>
          </ac:picMkLst>
        </pc:picChg>
        <pc:picChg chg="add mod">
          <ac:chgData name="Claudio Brito Soto" userId="c5a544fb6cb7e854" providerId="LiveId" clId="{B36081EC-44F6-4E4F-9E2C-18EAC813F962}" dt="2025-11-20T15:23:47.042" v="214" actId="1076"/>
          <ac:picMkLst>
            <pc:docMk/>
            <pc:sldMk cId="3405368746" sldId="270"/>
            <ac:picMk id="21" creationId="{44EC4F44-D14B-7331-AEBE-21426ED8E439}"/>
          </ac:picMkLst>
        </pc:picChg>
        <pc:picChg chg="add mod">
          <ac:chgData name="Claudio Brito Soto" userId="c5a544fb6cb7e854" providerId="LiveId" clId="{B36081EC-44F6-4E4F-9E2C-18EAC813F962}" dt="2025-11-20T15:23:45.026" v="213" actId="1076"/>
          <ac:picMkLst>
            <pc:docMk/>
            <pc:sldMk cId="3405368746" sldId="270"/>
            <ac:picMk id="1028" creationId="{864D161C-D273-A2C1-7FFE-609F5787E9B6}"/>
          </ac:picMkLst>
        </pc:picChg>
        <pc:picChg chg="add mod">
          <ac:chgData name="Claudio Brito Soto" userId="c5a544fb6cb7e854" providerId="LiveId" clId="{B36081EC-44F6-4E4F-9E2C-18EAC813F962}" dt="2025-11-20T15:23:43.321" v="212" actId="1076"/>
          <ac:picMkLst>
            <pc:docMk/>
            <pc:sldMk cId="3405368746" sldId="270"/>
            <ac:picMk id="1030" creationId="{192E4958-98E7-2B8C-7343-B4748A22C0AE}"/>
          </ac:picMkLst>
        </pc:picChg>
        <pc:picChg chg="mod">
          <ac:chgData name="Claudio Brito Soto" userId="c5a544fb6cb7e854" providerId="LiveId" clId="{B36081EC-44F6-4E4F-9E2C-18EAC813F962}" dt="2025-11-20T15:26:07.355" v="243" actId="1076"/>
          <ac:picMkLst>
            <pc:docMk/>
            <pc:sldMk cId="3405368746" sldId="270"/>
            <ac:picMk id="4100" creationId="{1CC763BD-D2C9-89AB-D452-0D1CB6858EEC}"/>
          </ac:picMkLst>
        </pc:picChg>
      </pc:sldChg>
      <pc:sldChg chg="addSp delSp modSp new mod">
        <pc:chgData name="Claudio Brito Soto" userId="c5a544fb6cb7e854" providerId="LiveId" clId="{B36081EC-44F6-4E4F-9E2C-18EAC813F962}" dt="2025-11-20T16:57:09.739" v="643" actId="14100"/>
        <pc:sldMkLst>
          <pc:docMk/>
          <pc:sldMk cId="2049997801" sldId="272"/>
        </pc:sldMkLst>
        <pc:spChg chg="del">
          <ac:chgData name="Claudio Brito Soto" userId="c5a544fb6cb7e854" providerId="LiveId" clId="{B36081EC-44F6-4E4F-9E2C-18EAC813F962}" dt="2025-11-20T16:57:01.138" v="639"/>
          <ac:spMkLst>
            <pc:docMk/>
            <pc:sldMk cId="2049997801" sldId="272"/>
            <ac:spMk id="3" creationId="{B0C9DB9B-5FF0-4379-8BA0-D87DE60FE501}"/>
          </ac:spMkLst>
        </pc:spChg>
        <pc:picChg chg="add mod">
          <ac:chgData name="Claudio Brito Soto" userId="c5a544fb6cb7e854" providerId="LiveId" clId="{B36081EC-44F6-4E4F-9E2C-18EAC813F962}" dt="2025-11-20T16:57:09.739" v="643" actId="14100"/>
          <ac:picMkLst>
            <pc:docMk/>
            <pc:sldMk cId="2049997801" sldId="272"/>
            <ac:picMk id="5" creationId="{FAB3B2C9-9371-29FE-2EDB-474C18CCFFD5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ES" dirty="0"/>
            <a:t>Claudio Marcelo Brito Soto</a:t>
          </a:r>
          <a:endParaRPr lang="es-CL" dirty="0"/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 dirty="0"/>
            <a:t>Francisco Castro Astudillo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2E221207-005F-49CB-81E1-6D036D64322B}">
      <dgm:prSet phldrT="[Texto]"/>
      <dgm:spPr/>
      <dgm:t>
        <a:bodyPr/>
        <a:lstStyle/>
        <a:p>
          <a:r>
            <a:rPr lang="es-MX" dirty="0"/>
            <a:t>Funciones desempeñadas</a:t>
          </a:r>
          <a:endParaRPr lang="es-CL" dirty="0"/>
        </a:p>
      </dgm:t>
    </dgm:pt>
    <dgm:pt modelId="{3728DB5E-E904-481D-A1E5-49CF4AFFC0D3}" type="sibTrans" cxnId="{1C3272C9-C630-4D60-B76B-138907BB4D41}">
      <dgm:prSet/>
      <dgm:spPr/>
      <dgm:t>
        <a:bodyPr/>
        <a:lstStyle/>
        <a:p>
          <a:endParaRPr lang="es-CL"/>
        </a:p>
      </dgm:t>
    </dgm:pt>
    <dgm:pt modelId="{B200B6AA-AA2A-4CB8-80FF-4BB54938E8A5}" type="parTrans" cxnId="{1C3272C9-C630-4D60-B76B-138907BB4D41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MX" dirty="0"/>
            <a:t>Funciones desempeñadas</a:t>
          </a:r>
          <a:endParaRPr lang="es-CL" dirty="0"/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2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2"/>
      <dgm:spPr/>
    </dgm:pt>
    <dgm:pt modelId="{52D125D2-FCA7-4A2D-AB39-B6BD54F251F2}" type="pres">
      <dgm:prSet presAssocID="{78BFB295-8F5D-4286-B72B-79142F8F0E13}" presName="text" presStyleLbl="node1" presStyleIdx="0" presStyleCnt="2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2"/>
      <dgm:spPr/>
    </dgm:pt>
    <dgm:pt modelId="{3F97C059-D720-4D48-953F-B84D04D0BF79}" type="pres">
      <dgm:prSet presAssocID="{02A34BC0-F8BA-4A89-87A4-4F20079DFD06}" presName="img" presStyleLbl="fgImgPlace1" presStyleIdx="1" presStyleCnt="2"/>
      <dgm:spPr/>
    </dgm:pt>
    <dgm:pt modelId="{CFFDF23F-D296-4CDF-8EE4-8A672559E207}" type="pres">
      <dgm:prSet presAssocID="{02A34BC0-F8BA-4A89-87A4-4F20079DFD06}" presName="text" presStyleLbl="node1" presStyleIdx="1" presStyleCnt="2">
        <dgm:presLayoutVars>
          <dgm:bulletEnabled val="1"/>
        </dgm:presLayoutVars>
      </dgm:prSet>
      <dgm:spPr/>
    </dgm:pt>
  </dgm:ptLst>
  <dgm:cxnLst>
    <dgm:cxn modelId="{399BD705-2380-48A3-9C48-1D49A5A32D61}" type="presOf" srcId="{2E221207-005F-49CB-81E1-6D036D64322B}" destId="{52D125D2-FCA7-4A2D-AB39-B6BD54F251F2}" srcOrd="1" destOrd="2" presId="urn:microsoft.com/office/officeart/2005/8/layout/vList4"/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22F3405C-AB8E-4AC3-A83C-C551BA0831ED}" type="presOf" srcId="{55A2A9EB-4C26-43C3-B721-D475B10BC39B}" destId="{39AFE128-ACF6-44CA-B18B-64F5782CF210}" srcOrd="0" destOrd="2" presId="urn:microsoft.com/office/officeart/2005/8/layout/vList4"/>
    <dgm:cxn modelId="{7E8FC05E-FE02-4336-B1F8-3EAA05519A49}" type="presOf" srcId="{D868444B-AE34-4422-A6A5-1F7D392D0C20}" destId="{54FC4CB6-0791-48D3-B2C5-2E99B8AFCFF7}" srcOrd="0" destOrd="1" presId="urn:microsoft.com/office/officeart/2005/8/layout/vList4"/>
    <dgm:cxn modelId="{DC02AD53-682D-464B-9D09-C1B6DCD5AFB0}" type="presOf" srcId="{55A2A9EB-4C26-43C3-B721-D475B10BC39B}" destId="{CFFDF23F-D296-4CDF-8EE4-8A672559E207}" srcOrd="1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FE5360C5-555C-42B2-9E63-16D2D46F21B1}" type="presOf" srcId="{D868444B-AE34-4422-A6A5-1F7D392D0C20}" destId="{52D125D2-FCA7-4A2D-AB39-B6BD54F251F2}" srcOrd="1" destOrd="1" presId="urn:microsoft.com/office/officeart/2005/8/layout/vList4"/>
    <dgm:cxn modelId="{1C3272C9-C630-4D60-B76B-138907BB4D41}" srcId="{78BFB295-8F5D-4286-B72B-79142F8F0E13}" destId="{2E221207-005F-49CB-81E1-6D036D64322B}" srcOrd="1" destOrd="0" parTransId="{B200B6AA-AA2A-4CB8-80FF-4BB54938E8A5}" sibTransId="{3728DB5E-E904-481D-A1E5-49CF4AFFC0D3}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ECED70CB-7A25-48F8-9E03-51596FB1E92C}" srcId="{02A34BC0-F8BA-4A89-87A4-4F20079DFD06}" destId="{55A2A9EB-4C26-43C3-B721-D475B10BC39B}" srcOrd="1" destOrd="0" parTransId="{B8424EB2-FFE7-4867-9D5A-EE0D46E8AAFE}" sibTransId="{4EF4588A-187C-4393-9DFC-C6D80B20E995}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A70C9FD5-2935-4C81-937A-B6C05F5E54BA}" type="presOf" srcId="{2E221207-005F-49CB-81E1-6D036D64322B}" destId="{54FC4CB6-0791-48D3-B2C5-2E99B8AFCFF7}" srcOrd="0" destOrd="2" presId="urn:microsoft.com/office/officeart/2005/8/layout/vList4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633494" cy="20711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4000" kern="1200" dirty="0"/>
            <a:t>Claudio Marcelo Brito Soto</a:t>
          </a:r>
          <a:endParaRPr lang="es-CL" sz="40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/>
            <a:t>Cargo</a:t>
          </a:r>
          <a:endParaRPr lang="es-CL" sz="31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/>
            <a:t>Funciones desempeñadas</a:t>
          </a:r>
          <a:endParaRPr lang="es-CL" sz="3100" kern="1200" dirty="0"/>
        </a:p>
      </dsp:txBody>
      <dsp:txXfrm>
        <a:off x="1733817" y="0"/>
        <a:ext cx="5899676" cy="2071186"/>
      </dsp:txXfrm>
    </dsp:sp>
    <dsp:sp modelId="{9A7E2690-DE9C-4572-9BE5-B8C9A3B8BBB3}">
      <dsp:nvSpPr>
        <dsp:cNvPr id="0" name=""/>
        <dsp:cNvSpPr/>
      </dsp:nvSpPr>
      <dsp:spPr>
        <a:xfrm>
          <a:off x="207118" y="207118"/>
          <a:ext cx="1526698" cy="1656949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2278305"/>
          <a:ext cx="7633494" cy="20711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000" kern="1200" dirty="0"/>
            <a:t>Francisco Castro Astudillo</a:t>
          </a:r>
          <a:endParaRPr lang="es-CL" sz="40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/>
            <a:t>Cargo</a:t>
          </a:r>
          <a:endParaRPr lang="es-CL" sz="31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/>
            <a:t>Funciones desempeñadas</a:t>
          </a:r>
          <a:endParaRPr lang="es-CL" sz="3100" kern="1200" dirty="0"/>
        </a:p>
      </dsp:txBody>
      <dsp:txXfrm>
        <a:off x="1733817" y="2278305"/>
        <a:ext cx="5899676" cy="2071186"/>
      </dsp:txXfrm>
    </dsp:sp>
    <dsp:sp modelId="{3F97C059-D720-4D48-953F-B84D04D0BF79}">
      <dsp:nvSpPr>
        <dsp:cNvPr id="0" name=""/>
        <dsp:cNvSpPr/>
      </dsp:nvSpPr>
      <dsp:spPr>
        <a:xfrm>
          <a:off x="207118" y="2485423"/>
          <a:ext cx="1526698" cy="1656949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F2A6A9-0F13-4139-AE59-408216CEF517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F839A7-8FC4-4B61-8042-45DF58DFB10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10192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1ero Ubuntu, wsl2 y Docker para entorno de trabajo y almacenamiento (CB)</a:t>
            </a:r>
          </a:p>
          <a:p>
            <a:r>
              <a:rPr lang="es-ES" dirty="0"/>
              <a:t>2do VSCode, cursor y </a:t>
            </a:r>
            <a:r>
              <a:rPr lang="es-ES" dirty="0" err="1"/>
              <a:t>github</a:t>
            </a:r>
            <a:r>
              <a:rPr lang="es-ES" dirty="0"/>
              <a:t> para codificación y consistencia (CB)</a:t>
            </a:r>
          </a:p>
          <a:p>
            <a:r>
              <a:rPr lang="es-CL" dirty="0"/>
              <a:t>3ero </a:t>
            </a:r>
            <a:r>
              <a:rPr lang="es-CL" dirty="0" err="1"/>
              <a:t>datamodeler</a:t>
            </a:r>
            <a:r>
              <a:rPr lang="es-CL" dirty="0"/>
              <a:t>, </a:t>
            </a:r>
            <a:r>
              <a:rPr lang="es-CL" dirty="0" err="1"/>
              <a:t>lucidapp</a:t>
            </a:r>
            <a:r>
              <a:rPr lang="es-CL" dirty="0"/>
              <a:t> y </a:t>
            </a:r>
            <a:r>
              <a:rPr lang="es-CL" dirty="0" err="1"/>
              <a:t>bizagi</a:t>
            </a:r>
            <a:r>
              <a:rPr lang="es-CL" dirty="0"/>
              <a:t> para diagramas (CB)</a:t>
            </a:r>
          </a:p>
          <a:p>
            <a:r>
              <a:rPr lang="es-CL" dirty="0"/>
              <a:t>4to Python como lenguaje base de ciencia de datos (FC)</a:t>
            </a:r>
          </a:p>
          <a:p>
            <a:r>
              <a:rPr lang="es-CL" dirty="0"/>
              <a:t>5to backend con </a:t>
            </a:r>
            <a:r>
              <a:rPr lang="es-CL" dirty="0" err="1"/>
              <a:t>mysql</a:t>
            </a:r>
            <a:r>
              <a:rPr lang="es-CL" dirty="0"/>
              <a:t>, php y </a:t>
            </a:r>
            <a:r>
              <a:rPr lang="es-CL" dirty="0" err="1"/>
              <a:t>phpmailer</a:t>
            </a:r>
            <a:r>
              <a:rPr lang="es-CL" dirty="0"/>
              <a:t> (CB)</a:t>
            </a:r>
          </a:p>
          <a:p>
            <a:r>
              <a:rPr lang="es-CL" dirty="0"/>
              <a:t>6to Kedro y </a:t>
            </a:r>
            <a:r>
              <a:rPr lang="es-CL" dirty="0" err="1"/>
              <a:t>weas</a:t>
            </a:r>
            <a:r>
              <a:rPr lang="es-CL" dirty="0"/>
              <a:t> (FC)</a:t>
            </a:r>
          </a:p>
          <a:p>
            <a:r>
              <a:rPr lang="es-CL" dirty="0"/>
              <a:t>7mo Frontend (CB)</a:t>
            </a:r>
          </a:p>
          <a:p>
            <a:r>
              <a:rPr lang="es-CL" dirty="0"/>
              <a:t>8vo (FC)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F839A7-8FC4-4B61-8042-45DF58DFB10A}" type="slidenum">
              <a:rPr lang="es-CL" smtClean="0"/>
              <a:t>12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273174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jpeg"/><Relationship Id="rId18" Type="http://schemas.openxmlformats.org/officeDocument/2006/relationships/image" Target="../media/image25.png"/><Relationship Id="rId3" Type="http://schemas.openxmlformats.org/officeDocument/2006/relationships/image" Target="../media/image1.jpeg"/><Relationship Id="rId21" Type="http://schemas.openxmlformats.org/officeDocument/2006/relationships/image" Target="../media/image28.png"/><Relationship Id="rId7" Type="http://schemas.openxmlformats.org/officeDocument/2006/relationships/image" Target="../media/image14.png"/><Relationship Id="rId12" Type="http://schemas.openxmlformats.org/officeDocument/2006/relationships/image" Target="../media/image19.jpeg"/><Relationship Id="rId17" Type="http://schemas.openxmlformats.org/officeDocument/2006/relationships/image" Target="../media/image2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3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23" Type="http://schemas.openxmlformats.org/officeDocument/2006/relationships/image" Target="../media/image30.png"/><Relationship Id="rId10" Type="http://schemas.openxmlformats.org/officeDocument/2006/relationships/image" Target="../media/image17.png"/><Relationship Id="rId19" Type="http://schemas.openxmlformats.org/officeDocument/2006/relationships/image" Target="../media/image26.png"/><Relationship Id="rId4" Type="http://schemas.openxmlformats.org/officeDocument/2006/relationships/image" Target="../media/image11.jpeg"/><Relationship Id="rId9" Type="http://schemas.openxmlformats.org/officeDocument/2006/relationships/image" Target="../media/image16.png"/><Relationship Id="rId14" Type="http://schemas.openxmlformats.org/officeDocument/2006/relationships/image" Target="../media/image21.png"/><Relationship Id="rId22" Type="http://schemas.openxmlformats.org/officeDocument/2006/relationships/image" Target="../media/image29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PROYECTO “CompraRata”</a:t>
            </a:r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9360649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“CompraRata”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 o dolor</a:t>
            </a:r>
          </a:p>
          <a:p>
            <a:pPr lvl="0" algn="ctr"/>
            <a:endParaRPr lang="es-MX" u="sng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MX" sz="1800" dirty="0"/>
              <a:t>Dificultad para tomar decisiones de compra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MX" dirty="0"/>
              <a:t>Repetición de compras por inercia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MX" dirty="0"/>
              <a:t>Perdida de poder adquisitivo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CL" sz="1800" dirty="0"/>
          </a:p>
          <a:p>
            <a:pPr lvl="0" algn="ctr"/>
            <a:endParaRPr lang="es-CL" sz="1800" u="sng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 algn="ctr"/>
            <a:endParaRPr lang="es-MX" u="sng" dirty="0"/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s-MX" dirty="0"/>
              <a:t>Plataforma web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s-MX" sz="1800" dirty="0"/>
              <a:t>Comparación rápida de productos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s-MX" dirty="0"/>
              <a:t>Historial de precios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s-MX" sz="1800" dirty="0"/>
              <a:t>Listas de compras </a:t>
            </a:r>
            <a:endParaRPr lang="es-CL" sz="18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“CompraRata”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Desarrollar una plataforma web que permita comparar productos según su precio por unidad, registrar historial de precios y gestionar listas de compra, fomentando decisiones de consumo informadas.</a:t>
            </a:r>
            <a:endParaRPr lang="es-CL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4" y="4732407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s-CL" dirty="0"/>
              <a:t>Modulo de calculo de precios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s-CL" dirty="0"/>
              <a:t>Registro de precios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s-CL" dirty="0"/>
              <a:t>Modulo de listas de compras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s-CL" dirty="0"/>
              <a:t>Interfaz sencilla y accesible</a:t>
            </a:r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“CompraRata”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Alcances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Instalación segura LAMP (Linux, Apache, MySQL, PHP) Debian - Byte Mind">
            <a:extLst>
              <a:ext uri="{FF2B5EF4-FFF2-40B4-BE49-F238E27FC236}">
                <a16:creationId xmlns:a16="http://schemas.microsoft.com/office/drawing/2014/main" id="{0BA18A38-ED47-AE0D-3911-76D54A0DDA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078986"/>
            <a:ext cx="3818021" cy="1626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seño web adaptable - Wikipedia, la enciclopedia libre">
            <a:extLst>
              <a:ext uri="{FF2B5EF4-FFF2-40B4-BE49-F238E27FC236}">
                <a16:creationId xmlns:a16="http://schemas.microsoft.com/office/drawing/2014/main" id="{C6393023-9F98-8B74-4896-2D9EA95F8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7774" y="2078986"/>
            <a:ext cx="3324225" cy="244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ebHostChile">
            <a:extLst>
              <a:ext uri="{FF2B5EF4-FFF2-40B4-BE49-F238E27FC236}">
                <a16:creationId xmlns:a16="http://schemas.microsoft.com/office/drawing/2014/main" id="{F54D866E-1F33-7D3D-CB34-4B22BCDF31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9" y="5405292"/>
            <a:ext cx="3048000" cy="80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“CompraRata”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 para el desarrollo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 descr="Metodología Waterfall | Cómo aplicar la gestión de proyectos en cascada">
            <a:extLst>
              <a:ext uri="{FF2B5EF4-FFF2-40B4-BE49-F238E27FC236}">
                <a16:creationId xmlns:a16="http://schemas.microsoft.com/office/drawing/2014/main" id="{CAF9B858-7F94-EFDB-32A2-B87F77ACDD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922" y="2078987"/>
            <a:ext cx="8001528" cy="4779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“CompraRata”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15565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 para el desarrollo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7BB5CADE-DDA2-A4F7-629E-7AEEB49F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750566"/>
              </p:ext>
            </p:extLst>
          </p:nvPr>
        </p:nvGraphicFramePr>
        <p:xfrm>
          <a:off x="1248696" y="2595717"/>
          <a:ext cx="10235372" cy="3618273"/>
        </p:xfrm>
        <a:graphic>
          <a:graphicData uri="http://schemas.openxmlformats.org/drawingml/2006/table">
            <a:tbl>
              <a:tblPr firstRow="1" firstCol="1" bandRow="1"/>
              <a:tblGrid>
                <a:gridCol w="1245540">
                  <a:extLst>
                    <a:ext uri="{9D8B030D-6E8A-4147-A177-3AD203B41FA5}">
                      <a16:colId xmlns:a16="http://schemas.microsoft.com/office/drawing/2014/main" val="1385875515"/>
                    </a:ext>
                  </a:extLst>
                </a:gridCol>
                <a:gridCol w="494161">
                  <a:extLst>
                    <a:ext uri="{9D8B030D-6E8A-4147-A177-3AD203B41FA5}">
                      <a16:colId xmlns:a16="http://schemas.microsoft.com/office/drawing/2014/main" val="3026825544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982458150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2813336322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66681020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41682826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85303461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66676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2597728732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367593723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056193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07868546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033199576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24485229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66135751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629908258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147780406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236880654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86726502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959863927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366369285"/>
                    </a:ext>
                  </a:extLst>
                </a:gridCol>
              </a:tblGrid>
              <a:tr h="524466">
                <a:tc row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Actividad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1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283734"/>
                  </a:ext>
                </a:extLst>
              </a:tr>
              <a:tr h="540519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9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10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16602"/>
                  </a:ext>
                </a:extLst>
              </a:tr>
              <a:tr h="148830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i="1" dirty="0">
                          <a:solidFill>
                            <a:srgbClr val="548DD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Describe actividades del punto anterior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7018220"/>
                  </a:ext>
                </a:extLst>
              </a:tr>
              <a:tr h="54051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1361947"/>
                  </a:ext>
                </a:extLst>
              </a:tr>
              <a:tr h="524466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3495216"/>
                  </a:ext>
                </a:extLst>
              </a:tr>
            </a:tbl>
          </a:graphicData>
        </a:graphic>
      </p:graphicFrame>
      <p:pic>
        <p:nvPicPr>
          <p:cNvPr id="2" name="Imagen 1" descr="Imagen que contiene biombo, interior, con baldosas, pareja&#10;&#10;El contenido generado por IA puede ser incorrecto.">
            <a:extLst>
              <a:ext uri="{FF2B5EF4-FFF2-40B4-BE49-F238E27FC236}">
                <a16:creationId xmlns:a16="http://schemas.microsoft.com/office/drawing/2014/main" id="{6BB0095B-F2C9-9DBD-8C51-93EBA9542B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12738"/>
            <a:ext cx="12192000" cy="4776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“CompraRata”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 descr="Patrón de diseño MVC. ¿Qué es y cómo puedo utilizarlo? | Easy App CODE">
            <a:extLst>
              <a:ext uri="{FF2B5EF4-FFF2-40B4-BE49-F238E27FC236}">
                <a16:creationId xmlns:a16="http://schemas.microsoft.com/office/drawing/2014/main" id="{832249A4-E9DF-A0F0-3B2C-4BED175725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107282"/>
            <a:ext cx="4620553" cy="2728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Instalación segura LAMP (Linux, Apache, MySQL, PHP) Debian - Byte Mind">
            <a:extLst>
              <a:ext uri="{FF2B5EF4-FFF2-40B4-BE49-F238E27FC236}">
                <a16:creationId xmlns:a16="http://schemas.microsoft.com/office/drawing/2014/main" id="{BC5F6EFC-A040-1213-C8AB-993A63F63A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0166" y="2239407"/>
            <a:ext cx="3818021" cy="1626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08E6EB85-6CFD-9312-0D79-2915F7C9E0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5" y="368928"/>
            <a:ext cx="11601450" cy="6108072"/>
          </a:xfrm>
          <a:prstGeom prst="rect">
            <a:avLst/>
          </a:prstGeom>
        </p:spPr>
      </p:pic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“CompraRata”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BFBE93-073C-B49D-6710-4B12C9D51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2E3DAC91-2AF1-EBC1-AF0A-9DDE9B6E30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8800"/>
            <a:ext cx="12192000" cy="638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4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30ED9A-555C-09AA-C8E5-B18ED5421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5" name="Marcador de contenido 4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FAB3B2C9-9371-29FE-2EDB-474C18CCFF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8656" y="926592"/>
            <a:ext cx="9714952" cy="5906067"/>
          </a:xfrm>
        </p:spPr>
      </p:pic>
    </p:spTree>
    <p:extLst>
      <p:ext uri="{BB962C8B-B14F-4D97-AF65-F5344CB8AC3E}">
        <p14:creationId xmlns:p14="http://schemas.microsoft.com/office/powerpoint/2010/main" val="2049997801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“CompraRata”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Por qué el logo de Php es un elefante? – Webirix">
            <a:extLst>
              <a:ext uri="{FF2B5EF4-FFF2-40B4-BE49-F238E27FC236}">
                <a16:creationId xmlns:a16="http://schemas.microsoft.com/office/drawing/2014/main" id="{0F85DA23-9371-5D6C-35E3-C62854222E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50400" y="783910"/>
            <a:ext cx="1741600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ySQL | Austin TX">
            <a:extLst>
              <a:ext uri="{FF2B5EF4-FFF2-40B4-BE49-F238E27FC236}">
                <a16:creationId xmlns:a16="http://schemas.microsoft.com/office/drawing/2014/main" id="{9CC52B71-5730-1870-C187-60AA5689F3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7967" y="868482"/>
            <a:ext cx="1119600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9CC4DD23-13A2-E405-CB51-687883BFE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853087"/>
            <a:ext cx="1119600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Primeros pasos con Docker para Windows - Daniel Córdoba Cárdenas">
            <a:extLst>
              <a:ext uri="{FF2B5EF4-FFF2-40B4-BE49-F238E27FC236}">
                <a16:creationId xmlns:a16="http://schemas.microsoft.com/office/drawing/2014/main" id="{9BFAD16A-A9D1-9907-4914-A8C4218AD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8044" y="900613"/>
            <a:ext cx="1310751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0" descr="Visual Studio Code - Download and install on Windows | Microsoft Store">
            <a:extLst>
              <a:ext uri="{FF2B5EF4-FFF2-40B4-BE49-F238E27FC236}">
                <a16:creationId xmlns:a16="http://schemas.microsoft.com/office/drawing/2014/main" id="{AACF015A-AAF5-DC68-F4CC-C8FA20CC3B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8318" y="2959507"/>
            <a:ext cx="1119600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2" descr="Downloads | Cursor - The AI Code Editor">
            <a:extLst>
              <a:ext uri="{FF2B5EF4-FFF2-40B4-BE49-F238E27FC236}">
                <a16:creationId xmlns:a16="http://schemas.microsoft.com/office/drawing/2014/main" id="{0E63D152-46DD-3C69-9045-C0B42A5D0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4206" y="2912465"/>
            <a:ext cx="1527219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HTML in 45 minutes - webdevmonk">
            <a:extLst>
              <a:ext uri="{FF2B5EF4-FFF2-40B4-BE49-F238E27FC236}">
                <a16:creationId xmlns:a16="http://schemas.microsoft.com/office/drawing/2014/main" id="{9D2BB8D6-2041-D925-96C7-ECAD45888C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2855" y="4245569"/>
            <a:ext cx="1119600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8" descr="CSS - Adaweb">
            <a:extLst>
              <a:ext uri="{FF2B5EF4-FFF2-40B4-BE49-F238E27FC236}">
                <a16:creationId xmlns:a16="http://schemas.microsoft.com/office/drawing/2014/main" id="{6FF1B7B7-35A8-7678-6FD2-6DD449C430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1200" y="4245569"/>
            <a:ext cx="1119600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4" descr="Qué es Ajax en el desarrollo web - Epitech Spain">
            <a:extLst>
              <a:ext uri="{FF2B5EF4-FFF2-40B4-BE49-F238E27FC236}">
                <a16:creationId xmlns:a16="http://schemas.microsoft.com/office/drawing/2014/main" id="{67D7A02A-D789-3E43-0F17-A7C52FBAD9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1617" y="4199919"/>
            <a:ext cx="1772700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6" descr="Python">
            <a:extLst>
              <a:ext uri="{FF2B5EF4-FFF2-40B4-BE49-F238E27FC236}">
                <a16:creationId xmlns:a16="http://schemas.microsoft.com/office/drawing/2014/main" id="{89F707D1-D0B9-7DD5-4009-4D14AA0DD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9967" y="5673201"/>
            <a:ext cx="1119600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GitHub - PHPMailer/PHPMailer: The classic email sending library for PHP">
            <a:extLst>
              <a:ext uri="{FF2B5EF4-FFF2-40B4-BE49-F238E27FC236}">
                <a16:creationId xmlns:a16="http://schemas.microsoft.com/office/drawing/2014/main" id="{1CC763BD-D2C9-89AB-D452-0D1CB6858E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014" y="962816"/>
            <a:ext cx="1119600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WSL 2.0 has already been released and these are its new features">
            <a:extLst>
              <a:ext uri="{FF2B5EF4-FFF2-40B4-BE49-F238E27FC236}">
                <a16:creationId xmlns:a16="http://schemas.microsoft.com/office/drawing/2014/main" id="{1232B526-B638-39A4-EA9C-1F9EECCC8C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75" r="21875"/>
          <a:stretch>
            <a:fillRect/>
          </a:stretch>
        </p:blipFill>
        <p:spPr bwMode="auto">
          <a:xfrm>
            <a:off x="1119600" y="881645"/>
            <a:ext cx="1119600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64D161C-D273-A2C1-7FFE-609F5787E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7499" y="4292833"/>
            <a:ext cx="1119600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erramientas de modelado de datos | Oracle SQL Developer Data Modeler |  Oracle América Latina">
            <a:extLst>
              <a:ext uri="{FF2B5EF4-FFF2-40B4-BE49-F238E27FC236}">
                <a16:creationId xmlns:a16="http://schemas.microsoft.com/office/drawing/2014/main" id="{192E4958-98E7-2B8C-7343-B4748A22C0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74" y="4300233"/>
            <a:ext cx="1119600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Kedro Pipeline Data Science">
            <a:extLst>
              <a:ext uri="{FF2B5EF4-FFF2-40B4-BE49-F238E27FC236}">
                <a16:creationId xmlns:a16="http://schemas.microsoft.com/office/drawing/2014/main" id="{9C26DCFE-445E-A047-1EAB-5C1705840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1871" y="3087010"/>
            <a:ext cx="1979780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4" descr="What is MLflow? Streamline Your ML Lifecycle">
            <a:extLst>
              <a:ext uri="{FF2B5EF4-FFF2-40B4-BE49-F238E27FC236}">
                <a16:creationId xmlns:a16="http://schemas.microsoft.com/office/drawing/2014/main" id="{7B1417F5-BCA5-C343-DA99-37F3A5A575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8942" y="3080319"/>
            <a:ext cx="1931474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6" descr="Apache Airflow | Netdata">
            <a:extLst>
              <a:ext uri="{FF2B5EF4-FFF2-40B4-BE49-F238E27FC236}">
                <a16:creationId xmlns:a16="http://schemas.microsoft.com/office/drawing/2014/main" id="{9CA786DA-A0E2-BC5F-41D1-8C1827935E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8749" y="5627305"/>
            <a:ext cx="1119600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Brand • Streamlit">
            <a:extLst>
              <a:ext uri="{FF2B5EF4-FFF2-40B4-BE49-F238E27FC236}">
                <a16:creationId xmlns:a16="http://schemas.microsoft.com/office/drawing/2014/main" id="{301F5608-3AED-9985-945F-3CC995C27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3165" y="2955128"/>
            <a:ext cx="1913687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Qué es GitHub y por qué es útil en la actualidad 💻 | HACK A BOSS">
            <a:extLst>
              <a:ext uri="{FF2B5EF4-FFF2-40B4-BE49-F238E27FC236}">
                <a16:creationId xmlns:a16="http://schemas.microsoft.com/office/drawing/2014/main" id="{8BB47AD6-11BC-4990-7CE0-9C7A7A3B6A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2525" y="2959507"/>
            <a:ext cx="1679400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 descr="Bizagi - Apps en Google Play">
            <a:extLst>
              <a:ext uri="{FF2B5EF4-FFF2-40B4-BE49-F238E27FC236}">
                <a16:creationId xmlns:a16="http://schemas.microsoft.com/office/drawing/2014/main" id="{44EC4F44-D14B-7331-AEBE-21426ED8E4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4311" y="4363837"/>
            <a:ext cx="1119600" cy="11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  <a:p>
            <a:pPr algn="ctr"/>
            <a:endParaRPr lang="es-CL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Obstáculos presentados durante el desarrollo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</TotalTime>
  <Words>378</Words>
  <Application>Microsoft Office PowerPoint</Application>
  <PresentationFormat>Panorámica</PresentationFormat>
  <Paragraphs>139</Paragraphs>
  <Slides>16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Claudio Brito Soto</cp:lastModifiedBy>
  <cp:revision>1</cp:revision>
  <dcterms:created xsi:type="dcterms:W3CDTF">2023-10-28T21:12:11Z</dcterms:created>
  <dcterms:modified xsi:type="dcterms:W3CDTF">2025-11-20T16:57:10Z</dcterms:modified>
</cp:coreProperties>
</file>