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1" r:id="rId11"/>
    <p:sldId id="270" r:id="rId12"/>
    <p:sldId id="265" r:id="rId13"/>
    <p:sldId id="273" r:id="rId14"/>
    <p:sldId id="274" r:id="rId15"/>
    <p:sldId id="266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2EAB9-9FD5-4451-8091-5AAF1C69DCA6}" v="159" dt="2025-11-20T16:57:01.1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Brito Soto" userId="c5a544fb6cb7e854" providerId="LiveId" clId="{846207F7-003C-4719-8AF9-79713FD361D0}"/>
    <pc:docChg chg="custSel addSld delSld modSld">
      <pc:chgData name="Claudio Brito Soto" userId="c5a544fb6cb7e854" providerId="LiveId" clId="{846207F7-003C-4719-8AF9-79713FD361D0}" dt="2025-11-20T23:01:35.505" v="425" actId="47"/>
      <pc:docMkLst>
        <pc:docMk/>
      </pc:docMkLst>
      <pc:sldChg chg="modTransition">
        <pc:chgData name="Claudio Brito Soto" userId="c5a544fb6cb7e854" providerId="LiveId" clId="{846207F7-003C-4719-8AF9-79713FD361D0}" dt="2025-11-03T22:40:45.732" v="366"/>
        <pc:sldMkLst>
          <pc:docMk/>
          <pc:sldMk cId="2391963198" sldId="256"/>
        </pc:sldMkLst>
      </pc:sldChg>
      <pc:sldChg chg="modTransition">
        <pc:chgData name="Claudio Brito Soto" userId="c5a544fb6cb7e854" providerId="LiveId" clId="{846207F7-003C-4719-8AF9-79713FD361D0}" dt="2025-11-03T22:40:46.217" v="367"/>
        <pc:sldMkLst>
          <pc:docMk/>
          <pc:sldMk cId="2436815989" sldId="257"/>
        </pc:sldMkLst>
      </pc:sldChg>
      <pc:sldChg chg="modSp modTransition modAnim">
        <pc:chgData name="Claudio Brito Soto" userId="c5a544fb6cb7e854" providerId="LiveId" clId="{846207F7-003C-4719-8AF9-79713FD361D0}" dt="2025-11-20T23:00:47.644" v="420"/>
        <pc:sldMkLst>
          <pc:docMk/>
          <pc:sldMk cId="775730755" sldId="258"/>
        </pc:sldMkLst>
        <pc:spChg chg="mod">
          <ac:chgData name="Claudio Brito Soto" userId="c5a544fb6cb7e854" providerId="LiveId" clId="{846207F7-003C-4719-8AF9-79713FD361D0}" dt="2025-11-03T22:09:10.161" v="205" actId="20577"/>
          <ac:spMkLst>
            <pc:docMk/>
            <pc:sldMk cId="775730755" sldId="258"/>
            <ac:spMk id="3" creationId="{5CB288BD-84B1-DF16-6004-32D5F8A61FF7}"/>
          </ac:spMkLst>
        </pc:spChg>
        <pc:spChg chg="mod">
          <ac:chgData name="Claudio Brito Soto" userId="c5a544fb6cb7e854" providerId="LiveId" clId="{846207F7-003C-4719-8AF9-79713FD361D0}" dt="2025-11-03T22:40:26.447" v="356" actId="313"/>
          <ac:spMkLst>
            <pc:docMk/>
            <pc:sldMk cId="775730755" sldId="258"/>
            <ac:spMk id="4" creationId="{DDC84C5C-77A0-B2A2-F0BB-8A7713B865EA}"/>
          </ac:spMkLst>
        </pc:spChg>
      </pc:sldChg>
      <pc:sldChg chg="modSp mod modTransition modAnim">
        <pc:chgData name="Claudio Brito Soto" userId="c5a544fb6cb7e854" providerId="LiveId" clId="{846207F7-003C-4719-8AF9-79713FD361D0}" dt="2025-11-20T23:00:31.033" v="417"/>
        <pc:sldMkLst>
          <pc:docMk/>
          <pc:sldMk cId="2717669782" sldId="259"/>
        </pc:sldMkLst>
        <pc:spChg chg="mod">
          <ac:chgData name="Claudio Brito Soto" userId="c5a544fb6cb7e854" providerId="LiveId" clId="{846207F7-003C-4719-8AF9-79713FD361D0}" dt="2025-11-03T22:09:40.454" v="207"/>
          <ac:spMkLst>
            <pc:docMk/>
            <pc:sldMk cId="2717669782" sldId="259"/>
            <ac:spMk id="3" creationId="{08D4A171-2FE3-5173-34E6-9DC3D74E7376}"/>
          </ac:spMkLst>
        </pc:spChg>
        <pc:spChg chg="mod">
          <ac:chgData name="Claudio Brito Soto" userId="c5a544fb6cb7e854" providerId="LiveId" clId="{846207F7-003C-4719-8AF9-79713FD361D0}" dt="2025-11-03T22:14:14.202" v="323" actId="20577"/>
          <ac:spMkLst>
            <pc:docMk/>
            <pc:sldMk cId="2717669782" sldId="259"/>
            <ac:spMk id="4" creationId="{7E63425F-86F4-531E-E0F5-7A349604A51E}"/>
          </ac:spMkLst>
        </pc:spChg>
      </pc:sldChg>
      <pc:sldChg chg="addSp modSp modTransition">
        <pc:chgData name="Claudio Brito Soto" userId="c5a544fb6cb7e854" providerId="LiveId" clId="{846207F7-003C-4719-8AF9-79713FD361D0}" dt="2025-11-03T22:40:39.259" v="359"/>
        <pc:sldMkLst>
          <pc:docMk/>
          <pc:sldMk cId="3964199749" sldId="260"/>
        </pc:sldMkLst>
        <pc:picChg chg="add mod">
          <ac:chgData name="Claudio Brito Soto" userId="c5a544fb6cb7e854" providerId="LiveId" clId="{846207F7-003C-4719-8AF9-79713FD361D0}" dt="2025-11-03T22:25:39.152" v="339" actId="14100"/>
          <ac:picMkLst>
            <pc:docMk/>
            <pc:sldMk cId="3964199749" sldId="260"/>
            <ac:picMk id="2052" creationId="{CAF9B858-7F94-EFDB-32A2-B87F77ACDD3B}"/>
          </ac:picMkLst>
        </pc:picChg>
      </pc:sldChg>
      <pc:sldChg chg="addSp modSp mod modTransition modAnim modNotesTx">
        <pc:chgData name="Claudio Brito Soto" userId="c5a544fb6cb7e854" providerId="LiveId" clId="{846207F7-003C-4719-8AF9-79713FD361D0}" dt="2025-11-20T23:00:54.758" v="421"/>
        <pc:sldMkLst>
          <pc:docMk/>
          <pc:sldMk cId="3324313383" sldId="262"/>
        </pc:sldMkLst>
        <pc:spChg chg="mod">
          <ac:chgData name="Claudio Brito Soto" userId="c5a544fb6cb7e854" providerId="LiveId" clId="{846207F7-003C-4719-8AF9-79713FD361D0}" dt="2025-11-03T22:25:52.902" v="340" actId="20577"/>
          <ac:spMkLst>
            <pc:docMk/>
            <pc:sldMk cId="3324313383" sldId="262"/>
            <ac:spMk id="7" creationId="{3A739E92-330D-944C-ED3E-C7F02FA216B3}"/>
          </ac:spMkLst>
        </pc:spChg>
        <pc:picChg chg="add mod">
          <ac:chgData name="Claudio Brito Soto" userId="c5a544fb6cb7e854" providerId="LiveId" clId="{846207F7-003C-4719-8AF9-79713FD361D0}" dt="2025-11-03T22:33:43.092" v="347" actId="14100"/>
          <ac:picMkLst>
            <pc:docMk/>
            <pc:sldMk cId="3324313383" sldId="262"/>
            <ac:picMk id="2" creationId="{6BB0095B-F2C9-9DBD-8C51-93EBA9542B45}"/>
          </ac:picMkLst>
        </pc:picChg>
      </pc:sldChg>
      <pc:sldChg chg="addSp modSp modTransition">
        <pc:chgData name="Claudio Brito Soto" userId="c5a544fb6cb7e854" providerId="LiveId" clId="{846207F7-003C-4719-8AF9-79713FD361D0}" dt="2025-11-03T22:40:40.263" v="360"/>
        <pc:sldMkLst>
          <pc:docMk/>
          <pc:sldMk cId="1890491460" sldId="263"/>
        </pc:sldMkLst>
        <pc:picChg chg="add mod">
          <ac:chgData name="Claudio Brito Soto" userId="c5a544fb6cb7e854" providerId="LiveId" clId="{846207F7-003C-4719-8AF9-79713FD361D0}" dt="2025-11-03T22:30:51.530" v="345" actId="1076"/>
          <ac:picMkLst>
            <pc:docMk/>
            <pc:sldMk cId="1890491460" sldId="263"/>
            <ac:picMk id="2" creationId="{BC5F6EFC-A040-1213-C8AB-993A63F63ABC}"/>
          </ac:picMkLst>
        </pc:picChg>
        <pc:picChg chg="add mod">
          <ac:chgData name="Claudio Brito Soto" userId="c5a544fb6cb7e854" providerId="LiveId" clId="{846207F7-003C-4719-8AF9-79713FD361D0}" dt="2025-11-03T22:30:21.048" v="343" actId="1076"/>
          <ac:picMkLst>
            <pc:docMk/>
            <pc:sldMk cId="1890491460" sldId="263"/>
            <ac:picMk id="3074" creationId="{832249A4-E9DF-A0F0-3B2C-4BED1757254D}"/>
          </ac:picMkLst>
        </pc:picChg>
      </pc:sldChg>
      <pc:sldChg chg="addSp modSp modTransition">
        <pc:chgData name="Claudio Brito Soto" userId="c5a544fb6cb7e854" providerId="LiveId" clId="{846207F7-003C-4719-8AF9-79713FD361D0}" dt="2025-11-03T22:40:35.103" v="357"/>
        <pc:sldMkLst>
          <pc:docMk/>
          <pc:sldMk cId="3299956469" sldId="264"/>
        </pc:sldMkLst>
        <pc:picChg chg="add mod">
          <ac:chgData name="Claudio Brito Soto" userId="c5a544fb6cb7e854" providerId="LiveId" clId="{846207F7-003C-4719-8AF9-79713FD361D0}" dt="2025-11-03T22:18:09.749" v="326" actId="14100"/>
          <ac:picMkLst>
            <pc:docMk/>
            <pc:sldMk cId="3299956469" sldId="264"/>
            <ac:picMk id="2" creationId="{0BA18A38-ED47-AE0D-3911-76D54A0DDA02}"/>
          </ac:picMkLst>
        </pc:picChg>
        <pc:picChg chg="add mod">
          <ac:chgData name="Claudio Brito Soto" userId="c5a544fb6cb7e854" providerId="LiveId" clId="{846207F7-003C-4719-8AF9-79713FD361D0}" dt="2025-11-03T22:18:46.537" v="328" actId="1076"/>
          <ac:picMkLst>
            <pc:docMk/>
            <pc:sldMk cId="3299956469" sldId="264"/>
            <ac:picMk id="1028" creationId="{C6393023-9F98-8B74-4896-2D9EA95F89DE}"/>
          </ac:picMkLst>
        </pc:picChg>
        <pc:picChg chg="add mod">
          <ac:chgData name="Claudio Brito Soto" userId="c5a544fb6cb7e854" providerId="LiveId" clId="{846207F7-003C-4719-8AF9-79713FD361D0}" dt="2025-11-03T22:19:30.980" v="330" actId="1076"/>
          <ac:picMkLst>
            <pc:docMk/>
            <pc:sldMk cId="3299956469" sldId="264"/>
            <ac:picMk id="1030" creationId="{F54D866E-1F33-7D3D-CB34-4B22BCDF31BE}"/>
          </ac:picMkLst>
        </pc:picChg>
      </pc:sldChg>
      <pc:sldChg chg="modTransition">
        <pc:chgData name="Claudio Brito Soto" userId="c5a544fb6cb7e854" providerId="LiveId" clId="{846207F7-003C-4719-8AF9-79713FD361D0}" dt="2025-11-03T22:40:42.099" v="363"/>
        <pc:sldMkLst>
          <pc:docMk/>
          <pc:sldMk cId="489174681" sldId="265"/>
        </pc:sldMkLst>
      </pc:sldChg>
      <pc:sldChg chg="modTransition">
        <pc:chgData name="Claudio Brito Soto" userId="c5a544fb6cb7e854" providerId="LiveId" clId="{846207F7-003C-4719-8AF9-79713FD361D0}" dt="2025-11-03T22:40:40.767" v="361"/>
        <pc:sldMkLst>
          <pc:docMk/>
          <pc:sldMk cId="2752457618" sldId="269"/>
        </pc:sldMkLst>
      </pc:sldChg>
      <pc:sldChg chg="addSp modSp">
        <pc:chgData name="Claudio Brito Soto" userId="c5a544fb6cb7e854" providerId="LiveId" clId="{846207F7-003C-4719-8AF9-79713FD361D0}" dt="2025-11-03T22:35:52.567" v="350" actId="1076"/>
        <pc:sldMkLst>
          <pc:docMk/>
          <pc:sldMk cId="3405368746" sldId="270"/>
        </pc:sldMkLst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2" creationId="{0F85DA23-9371-5D6C-35E3-C62854222EDA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3" creationId="{9CC52B71-5730-1870-C187-60AA5689F308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4" creationId="{9CC4DD23-13A2-E405-CB51-687883BFE02E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5" creationId="{9BFAD16A-A9D1-9907-4914-A8C4218AD060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8" creationId="{AACF015A-AAF5-DC68-F4CC-C8FA20CC3BB2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10" creationId="{0E63D152-46DD-3C69-9045-C0B42A5D0E52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11" creationId="{9D2BB8D6-2041-D925-96C7-ECAD45888C13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12" creationId="{6FF1B7B7-35A8-7678-6FD2-6DD449C43093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13" creationId="{67D7A02A-D789-3E43-0F17-A7C52FBAD958}"/>
          </ac:picMkLst>
        </pc:picChg>
        <pc:picChg chg="add mod">
          <ac:chgData name="Claudio Brito Soto" userId="c5a544fb6cb7e854" providerId="LiveId" clId="{846207F7-003C-4719-8AF9-79713FD361D0}" dt="2025-11-03T22:20:24.362" v="332" actId="1076"/>
          <ac:picMkLst>
            <pc:docMk/>
            <pc:sldMk cId="3405368746" sldId="270"/>
            <ac:picMk id="14" creationId="{89F707D1-D0B9-7DD5-4009-4D14AA0DD100}"/>
          </ac:picMkLst>
        </pc:picChg>
        <pc:picChg chg="add mod">
          <ac:chgData name="Claudio Brito Soto" userId="c5a544fb6cb7e854" providerId="LiveId" clId="{846207F7-003C-4719-8AF9-79713FD361D0}" dt="2025-11-03T22:35:52.567" v="350" actId="1076"/>
          <ac:picMkLst>
            <pc:docMk/>
            <pc:sldMk cId="3405368746" sldId="270"/>
            <ac:picMk id="4100" creationId="{1CC763BD-D2C9-89AB-D452-0D1CB6858EEC}"/>
          </ac:picMkLst>
        </pc:picChg>
      </pc:sldChg>
      <pc:sldChg chg="addSp delSp modSp new mod modTransition">
        <pc:chgData name="Claudio Brito Soto" userId="c5a544fb6cb7e854" providerId="LiveId" clId="{846207F7-003C-4719-8AF9-79713FD361D0}" dt="2025-11-03T22:40:41.252" v="362"/>
        <pc:sldMkLst>
          <pc:docMk/>
          <pc:sldMk cId="34754767" sldId="271"/>
        </pc:sldMkLst>
        <pc:picChg chg="add mod">
          <ac:chgData name="Claudio Brito Soto" userId="c5a544fb6cb7e854" providerId="LiveId" clId="{846207F7-003C-4719-8AF9-79713FD361D0}" dt="2025-11-03T22:38:35.488" v="355" actId="962"/>
          <ac:picMkLst>
            <pc:docMk/>
            <pc:sldMk cId="34754767" sldId="271"/>
            <ac:picMk id="5" creationId="{2E3DAC91-2AF1-EBC1-AF0A-9DDE9B6E300E}"/>
          </ac:picMkLst>
        </pc:picChg>
      </pc:sldChg>
      <pc:sldChg chg="modTransition modNotesTx">
        <pc:chgData name="Claudio Brito Soto" userId="c5a544fb6cb7e854" providerId="LiveId" clId="{846207F7-003C-4719-8AF9-79713FD361D0}" dt="2025-11-20T23:01:01.567" v="422"/>
        <pc:sldMkLst>
          <pc:docMk/>
          <pc:sldMk cId="2049997801" sldId="272"/>
        </pc:sldMkLst>
      </pc:sldChg>
      <pc:sldChg chg="addSp delSp modSp new mod modTransition modAnim modNotesTx">
        <pc:chgData name="Claudio Brito Soto" userId="c5a544fb6cb7e854" providerId="LiveId" clId="{846207F7-003C-4719-8AF9-79713FD361D0}" dt="2025-11-20T23:01:06.261" v="423"/>
        <pc:sldMkLst>
          <pc:docMk/>
          <pc:sldMk cId="447901124" sldId="273"/>
        </pc:sldMkLst>
        <pc:picChg chg="add mod">
          <ac:chgData name="Claudio Brito Soto" userId="c5a544fb6cb7e854" providerId="LiveId" clId="{846207F7-003C-4719-8AF9-79713FD361D0}" dt="2025-11-20T22:53:48.012" v="379" actId="14100"/>
          <ac:picMkLst>
            <pc:docMk/>
            <pc:sldMk cId="447901124" sldId="273"/>
            <ac:picMk id="5" creationId="{364E9D3B-2337-CF65-FA07-D23A76CB1657}"/>
          </ac:picMkLst>
        </pc:picChg>
        <pc:picChg chg="add mod">
          <ac:chgData name="Claudio Brito Soto" userId="c5a544fb6cb7e854" providerId="LiveId" clId="{846207F7-003C-4719-8AF9-79713FD361D0}" dt="2025-11-20T22:54:51.688" v="383" actId="962"/>
          <ac:picMkLst>
            <pc:docMk/>
            <pc:sldMk cId="447901124" sldId="273"/>
            <ac:picMk id="7" creationId="{23F9B9B1-9E7C-7761-72BA-D2FF0FCD7AFC}"/>
          </ac:picMkLst>
        </pc:picChg>
        <pc:picChg chg="add mod">
          <ac:chgData name="Claudio Brito Soto" userId="c5a544fb6cb7e854" providerId="LiveId" clId="{846207F7-003C-4719-8AF9-79713FD361D0}" dt="2025-11-20T22:55:16.590" v="390" actId="14100"/>
          <ac:picMkLst>
            <pc:docMk/>
            <pc:sldMk cId="447901124" sldId="273"/>
            <ac:picMk id="9" creationId="{8E1647BB-DE30-89DA-6FD6-7131D3E6905A}"/>
          </ac:picMkLst>
        </pc:picChg>
        <pc:picChg chg="add mod">
          <ac:chgData name="Claudio Brito Soto" userId="c5a544fb6cb7e854" providerId="LiveId" clId="{846207F7-003C-4719-8AF9-79713FD361D0}" dt="2025-11-20T22:55:31.436" v="394" actId="962"/>
          <ac:picMkLst>
            <pc:docMk/>
            <pc:sldMk cId="447901124" sldId="273"/>
            <ac:picMk id="11" creationId="{27AA84C0-D6A9-BC68-6A54-58FE5AC96154}"/>
          </ac:picMkLst>
        </pc:picChg>
        <pc:picChg chg="add mod">
          <ac:chgData name="Claudio Brito Soto" userId="c5a544fb6cb7e854" providerId="LiveId" clId="{846207F7-003C-4719-8AF9-79713FD361D0}" dt="2025-11-20T22:55:42.954" v="398" actId="962"/>
          <ac:picMkLst>
            <pc:docMk/>
            <pc:sldMk cId="447901124" sldId="273"/>
            <ac:picMk id="13" creationId="{F872A573-3FAB-4F42-1FAE-EAF6F51036B9}"/>
          </ac:picMkLst>
        </pc:picChg>
        <pc:picChg chg="add mod">
          <ac:chgData name="Claudio Brito Soto" userId="c5a544fb6cb7e854" providerId="LiveId" clId="{846207F7-003C-4719-8AF9-79713FD361D0}" dt="2025-11-20T22:55:55.824" v="402" actId="962"/>
          <ac:picMkLst>
            <pc:docMk/>
            <pc:sldMk cId="447901124" sldId="273"/>
            <ac:picMk id="15" creationId="{E7BFA726-D105-3E06-8704-EC386163BE9B}"/>
          </ac:picMkLst>
        </pc:picChg>
        <pc:picChg chg="add mod">
          <ac:chgData name="Claudio Brito Soto" userId="c5a544fb6cb7e854" providerId="LiveId" clId="{846207F7-003C-4719-8AF9-79713FD361D0}" dt="2025-11-20T22:56:06.264" v="406" actId="962"/>
          <ac:picMkLst>
            <pc:docMk/>
            <pc:sldMk cId="447901124" sldId="273"/>
            <ac:picMk id="17" creationId="{6EED29DE-FD1B-A169-8C9B-38A2BBF8B27D}"/>
          </ac:picMkLst>
        </pc:picChg>
      </pc:sldChg>
      <pc:sldChg chg="add">
        <pc:chgData name="Claudio Brito Soto" userId="c5a544fb6cb7e854" providerId="LiveId" clId="{846207F7-003C-4719-8AF9-79713FD361D0}" dt="2025-11-20T22:56:28.816" v="408"/>
        <pc:sldMkLst>
          <pc:docMk/>
          <pc:sldMk cId="1419688379" sldId="274"/>
        </pc:sldMkLst>
      </pc:sldChg>
    </pc:docChg>
  </pc:docChgLst>
  <pc:docChgLst>
    <pc:chgData name="Claudio Brito Soto" userId="c5a544fb6cb7e854" providerId="LiveId" clId="{B36081EC-44F6-4E4F-9E2C-18EAC813F962}"/>
    <pc:docChg chg="undo custSel addSld delSld modSld">
      <pc:chgData name="Claudio Brito Soto" userId="c5a544fb6cb7e854" providerId="LiveId" clId="{B36081EC-44F6-4E4F-9E2C-18EAC813F962}" dt="2025-11-24T17:09:35.768" v="645" actId="47"/>
      <pc:docMkLst>
        <pc:docMk/>
      </pc:docMkLst>
      <pc:sldChg chg="modSp mod">
        <pc:chgData name="Claudio Brito Soto" userId="c5a544fb6cb7e854" providerId="LiveId" clId="{B36081EC-44F6-4E4F-9E2C-18EAC813F962}" dt="2025-10-31T22:59:18.540" v="9" actId="20577"/>
        <pc:sldMkLst>
          <pc:docMk/>
          <pc:sldMk cId="2391963198" sldId="256"/>
        </pc:sldMkLst>
        <pc:spChg chg="mod">
          <ac:chgData name="Claudio Brito Soto" userId="c5a544fb6cb7e854" providerId="LiveId" clId="{B36081EC-44F6-4E4F-9E2C-18EAC813F962}" dt="2025-10-31T22:59:18.540" v="9" actId="20577"/>
          <ac:spMkLst>
            <pc:docMk/>
            <pc:sldMk cId="2391963198" sldId="256"/>
            <ac:spMk id="4" creationId="{E3B5815F-4341-2A3D-A22D-8F6657D201F3}"/>
          </ac:spMkLst>
        </pc:spChg>
      </pc:sldChg>
      <pc:sldChg chg="modSp mod">
        <pc:chgData name="Claudio Brito Soto" userId="c5a544fb6cb7e854" providerId="LiveId" clId="{B36081EC-44F6-4E4F-9E2C-18EAC813F962}" dt="2025-10-31T23:00:01.397" v="82" actId="478"/>
        <pc:sldMkLst>
          <pc:docMk/>
          <pc:sldMk cId="2436815989" sldId="257"/>
        </pc:sldMkLst>
        <pc:graphicFrameChg chg="mod modGraphic">
          <ac:chgData name="Claudio Brito Soto" userId="c5a544fb6cb7e854" providerId="LiveId" clId="{B36081EC-44F6-4E4F-9E2C-18EAC813F962}" dt="2025-10-31T23:00:01.397" v="82" actId="478"/>
          <ac:graphicFrameMkLst>
            <pc:docMk/>
            <pc:sldMk cId="2436815989" sldId="257"/>
            <ac:graphicFrameMk id="5" creationId="{CD98BAAD-E67E-3FB9-220F-BD3AA3645FAD}"/>
          </ac:graphicFrameMkLst>
        </pc:graphicFrameChg>
      </pc:sldChg>
      <pc:sldChg chg="modSp mod">
        <pc:chgData name="Claudio Brito Soto" userId="c5a544fb6cb7e854" providerId="LiveId" clId="{B36081EC-44F6-4E4F-9E2C-18EAC813F962}" dt="2025-11-03T20:10:01.019" v="134" actId="20577"/>
        <pc:sldMkLst>
          <pc:docMk/>
          <pc:sldMk cId="775730755" sldId="258"/>
        </pc:sldMkLst>
        <pc:spChg chg="mod">
          <ac:chgData name="Claudio Brito Soto" userId="c5a544fb6cb7e854" providerId="LiveId" clId="{B36081EC-44F6-4E4F-9E2C-18EAC813F962}" dt="2025-11-03T20:09:57.139" v="124" actId="20577"/>
          <ac:spMkLst>
            <pc:docMk/>
            <pc:sldMk cId="775730755" sldId="258"/>
            <ac:spMk id="3" creationId="{5CB288BD-84B1-DF16-6004-32D5F8A61FF7}"/>
          </ac:spMkLst>
        </pc:spChg>
        <pc:spChg chg="mod">
          <ac:chgData name="Claudio Brito Soto" userId="c5a544fb6cb7e854" providerId="LiveId" clId="{B36081EC-44F6-4E4F-9E2C-18EAC813F962}" dt="2025-11-03T20:10:01.019" v="134" actId="20577"/>
          <ac:spMkLst>
            <pc:docMk/>
            <pc:sldMk cId="775730755" sldId="258"/>
            <ac:spMk id="4" creationId="{DDC84C5C-77A0-B2A2-F0BB-8A7713B865EA}"/>
          </ac:spMkLst>
        </pc:spChg>
        <pc:spChg chg="mod">
          <ac:chgData name="Claudio Brito Soto" userId="c5a544fb6cb7e854" providerId="LiveId" clId="{B36081EC-44F6-4E4F-9E2C-18EAC813F962}" dt="2025-10-31T23:00:13.167" v="92" actId="20577"/>
          <ac:spMkLst>
            <pc:docMk/>
            <pc:sldMk cId="775730755" sldId="258"/>
            <ac:spMk id="6" creationId="{54D38248-5D31-85F9-1E0F-4A607BCD5F6A}"/>
          </ac:spMkLst>
        </pc:spChg>
      </pc:sldChg>
      <pc:sldChg chg="modSp mod">
        <pc:chgData name="Claudio Brito Soto" userId="c5a544fb6cb7e854" providerId="LiveId" clId="{B36081EC-44F6-4E4F-9E2C-18EAC813F962}" dt="2025-10-31T23:00:52.029" v="100"/>
        <pc:sldMkLst>
          <pc:docMk/>
          <pc:sldMk cId="2717669782" sldId="259"/>
        </pc:sldMkLst>
        <pc:spChg chg="mod">
          <ac:chgData name="Claudio Brito Soto" userId="c5a544fb6cb7e854" providerId="LiveId" clId="{B36081EC-44F6-4E4F-9E2C-18EAC813F962}" dt="2025-10-31T23:00:52.029" v="100"/>
          <ac:spMkLst>
            <pc:docMk/>
            <pc:sldMk cId="2717669782" sldId="259"/>
            <ac:spMk id="6" creationId="{54D38248-5D31-85F9-1E0F-4A607BCD5F6A}"/>
          </ac:spMkLst>
        </pc:spChg>
      </pc:sldChg>
      <pc:sldChg chg="modSp">
        <pc:chgData name="Claudio Brito Soto" userId="c5a544fb6cb7e854" providerId="LiveId" clId="{B36081EC-44F6-4E4F-9E2C-18EAC813F962}" dt="2025-10-31T23:01:02.183" v="102"/>
        <pc:sldMkLst>
          <pc:docMk/>
          <pc:sldMk cId="3964199749" sldId="260"/>
        </pc:sldMkLst>
        <pc:spChg chg="mod">
          <ac:chgData name="Claudio Brito Soto" userId="c5a544fb6cb7e854" providerId="LiveId" clId="{B36081EC-44F6-4E4F-9E2C-18EAC813F962}" dt="2025-10-31T23:01:02.183" v="102"/>
          <ac:spMkLst>
            <pc:docMk/>
            <pc:sldMk cId="3964199749" sldId="260"/>
            <ac:spMk id="6" creationId="{54D38248-5D31-85F9-1E0F-4A607BCD5F6A}"/>
          </ac:spMkLst>
        </pc:spChg>
      </pc:sldChg>
      <pc:sldChg chg="modSp modAnim">
        <pc:chgData name="Claudio Brito Soto" userId="c5a544fb6cb7e854" providerId="LiveId" clId="{B36081EC-44F6-4E4F-9E2C-18EAC813F962}" dt="2025-11-20T15:34:58.318" v="259"/>
        <pc:sldMkLst>
          <pc:docMk/>
          <pc:sldMk cId="3324313383" sldId="262"/>
        </pc:sldMkLst>
        <pc:spChg chg="mod">
          <ac:chgData name="Claudio Brito Soto" userId="c5a544fb6cb7e854" providerId="LiveId" clId="{B36081EC-44F6-4E4F-9E2C-18EAC813F962}" dt="2025-10-31T23:01:10.084" v="103"/>
          <ac:spMkLst>
            <pc:docMk/>
            <pc:sldMk cId="3324313383" sldId="262"/>
            <ac:spMk id="6" creationId="{54D38248-5D31-85F9-1E0F-4A607BCD5F6A}"/>
          </ac:spMkLst>
        </pc:spChg>
      </pc:sldChg>
      <pc:sldChg chg="modSp mod">
        <pc:chgData name="Claudio Brito Soto" userId="c5a544fb6cb7e854" providerId="LiveId" clId="{B36081EC-44F6-4E4F-9E2C-18EAC813F962}" dt="2025-11-01T21:17:00.390" v="109" actId="6549"/>
        <pc:sldMkLst>
          <pc:docMk/>
          <pc:sldMk cId="1890491460" sldId="263"/>
        </pc:sldMkLst>
        <pc:spChg chg="mod">
          <ac:chgData name="Claudio Brito Soto" userId="c5a544fb6cb7e854" providerId="LiveId" clId="{B36081EC-44F6-4E4F-9E2C-18EAC813F962}" dt="2025-10-31T23:01:19.216" v="104"/>
          <ac:spMkLst>
            <pc:docMk/>
            <pc:sldMk cId="1890491460" sldId="263"/>
            <ac:spMk id="6" creationId="{54D38248-5D31-85F9-1E0F-4A607BCD5F6A}"/>
          </ac:spMkLst>
        </pc:spChg>
        <pc:spChg chg="mod">
          <ac:chgData name="Claudio Brito Soto" userId="c5a544fb6cb7e854" providerId="LiveId" clId="{B36081EC-44F6-4E4F-9E2C-18EAC813F962}" dt="2025-11-01T21:17:00.390" v="109" actId="6549"/>
          <ac:spMkLst>
            <pc:docMk/>
            <pc:sldMk cId="1890491460" sldId="263"/>
            <ac:spMk id="7" creationId="{3A739E92-330D-944C-ED3E-C7F02FA216B3}"/>
          </ac:spMkLst>
        </pc:spChg>
      </pc:sldChg>
      <pc:sldChg chg="modSp mod">
        <pc:chgData name="Claudio Brito Soto" userId="c5a544fb6cb7e854" providerId="LiveId" clId="{B36081EC-44F6-4E4F-9E2C-18EAC813F962}" dt="2025-10-31T23:00:57.991" v="101"/>
        <pc:sldMkLst>
          <pc:docMk/>
          <pc:sldMk cId="3299956469" sldId="264"/>
        </pc:sldMkLst>
        <pc:spChg chg="mod">
          <ac:chgData name="Claudio Brito Soto" userId="c5a544fb6cb7e854" providerId="LiveId" clId="{B36081EC-44F6-4E4F-9E2C-18EAC813F962}" dt="2025-10-31T23:00:57.991" v="101"/>
          <ac:spMkLst>
            <pc:docMk/>
            <pc:sldMk cId="3299956469" sldId="264"/>
            <ac:spMk id="6" creationId="{54D38248-5D31-85F9-1E0F-4A607BCD5F6A}"/>
          </ac:spMkLst>
        </pc:spChg>
      </pc:sldChg>
      <pc:sldChg chg="modSp mod">
        <pc:chgData name="Claudio Brito Soto" userId="c5a544fb6cb7e854" providerId="LiveId" clId="{B36081EC-44F6-4E4F-9E2C-18EAC813F962}" dt="2025-10-31T23:01:38.905" v="108" actId="20577"/>
        <pc:sldMkLst>
          <pc:docMk/>
          <pc:sldMk cId="489174681" sldId="265"/>
        </pc:sldMkLst>
        <pc:spChg chg="mod">
          <ac:chgData name="Claudio Brito Soto" userId="c5a544fb6cb7e854" providerId="LiveId" clId="{B36081EC-44F6-4E4F-9E2C-18EAC813F962}" dt="2025-10-31T23:01:38.905" v="108" actId="20577"/>
          <ac:spMkLst>
            <pc:docMk/>
            <pc:sldMk cId="489174681" sldId="265"/>
            <ac:spMk id="4" creationId="{E3B5815F-4341-2A3D-A22D-8F6657D201F3}"/>
          </ac:spMkLst>
        </pc:spChg>
      </pc:sldChg>
      <pc:sldChg chg="modTransition">
        <pc:chgData name="Claudio Brito Soto" userId="c5a544fb6cb7e854" providerId="LiveId" clId="{B36081EC-44F6-4E4F-9E2C-18EAC813F962}" dt="2025-11-14T01:29:15.257" v="136"/>
        <pc:sldMkLst>
          <pc:docMk/>
          <pc:sldMk cId="4158079731" sldId="266"/>
        </pc:sldMkLst>
      </pc:sldChg>
      <pc:sldChg chg="addSp modSp mod">
        <pc:chgData name="Claudio Brito Soto" userId="c5a544fb6cb7e854" providerId="LiveId" clId="{B36081EC-44F6-4E4F-9E2C-18EAC813F962}" dt="2025-11-24T17:09:26.513" v="644" actId="1076"/>
        <pc:sldMkLst>
          <pc:docMk/>
          <pc:sldMk cId="2752457618" sldId="269"/>
        </pc:sldMkLst>
        <pc:spChg chg="mod">
          <ac:chgData name="Claudio Brito Soto" userId="c5a544fb6cb7e854" providerId="LiveId" clId="{B36081EC-44F6-4E4F-9E2C-18EAC813F962}" dt="2025-10-31T23:01:23.860" v="105"/>
          <ac:spMkLst>
            <pc:docMk/>
            <pc:sldMk cId="2752457618" sldId="269"/>
            <ac:spMk id="6" creationId="{54D38248-5D31-85F9-1E0F-4A607BCD5F6A}"/>
          </ac:spMkLst>
        </pc:spChg>
        <pc:spChg chg="mod">
          <ac:chgData name="Claudio Brito Soto" userId="c5a544fb6cb7e854" providerId="LiveId" clId="{B36081EC-44F6-4E4F-9E2C-18EAC813F962}" dt="2025-11-24T17:09:26.513" v="644" actId="1076"/>
          <ac:spMkLst>
            <pc:docMk/>
            <pc:sldMk cId="2752457618" sldId="269"/>
            <ac:spMk id="7" creationId="{3A739E92-330D-944C-ED3E-C7F02FA216B3}"/>
          </ac:spMkLst>
        </pc:spChg>
        <pc:picChg chg="add mod ord">
          <ac:chgData name="Claudio Brito Soto" userId="c5a544fb6cb7e854" providerId="LiveId" clId="{B36081EC-44F6-4E4F-9E2C-18EAC813F962}" dt="2025-11-01T21:20:10.773" v="114" actId="167"/>
          <ac:picMkLst>
            <pc:docMk/>
            <pc:sldMk cId="2752457618" sldId="269"/>
            <ac:picMk id="3" creationId="{08E6EB85-6CFD-9312-0D79-2915F7C9E045}"/>
          </ac:picMkLst>
        </pc:picChg>
      </pc:sldChg>
      <pc:sldChg chg="addSp modSp modTransition modAnim modNotesTx">
        <pc:chgData name="Claudio Brito Soto" userId="c5a544fb6cb7e854" providerId="LiveId" clId="{B36081EC-44F6-4E4F-9E2C-18EAC813F962}" dt="2025-11-20T16:56:41.971" v="637" actId="20577"/>
        <pc:sldMkLst>
          <pc:docMk/>
          <pc:sldMk cId="3405368746" sldId="270"/>
        </pc:sldMkLst>
        <pc:spChg chg="mod">
          <ac:chgData name="Claudio Brito Soto" userId="c5a544fb6cb7e854" providerId="LiveId" clId="{B36081EC-44F6-4E4F-9E2C-18EAC813F962}" dt="2025-10-31T23:01:30.783" v="106"/>
          <ac:spMkLst>
            <pc:docMk/>
            <pc:sldMk cId="3405368746" sldId="270"/>
            <ac:spMk id="6" creationId="{54D38248-5D31-85F9-1E0F-4A607BCD5F6A}"/>
          </ac:spMkLst>
        </pc:spChg>
        <pc:picChg chg="mod">
          <ac:chgData name="Claudio Brito Soto" userId="c5a544fb6cb7e854" providerId="LiveId" clId="{B36081EC-44F6-4E4F-9E2C-18EAC813F962}" dt="2025-11-20T15:26:07.355" v="243" actId="1076"/>
          <ac:picMkLst>
            <pc:docMk/>
            <pc:sldMk cId="3405368746" sldId="270"/>
            <ac:picMk id="2" creationId="{0F85DA23-9371-5D6C-35E3-C62854222EDA}"/>
          </ac:picMkLst>
        </pc:picChg>
        <pc:picChg chg="mod">
          <ac:chgData name="Claudio Brito Soto" userId="c5a544fb6cb7e854" providerId="LiveId" clId="{B36081EC-44F6-4E4F-9E2C-18EAC813F962}" dt="2025-11-20T15:26:07.355" v="243" actId="1076"/>
          <ac:picMkLst>
            <pc:docMk/>
            <pc:sldMk cId="3405368746" sldId="270"/>
            <ac:picMk id="3" creationId="{9CC52B71-5730-1870-C187-60AA5689F308}"/>
          </ac:picMkLst>
        </pc:picChg>
        <pc:picChg chg="mod">
          <ac:chgData name="Claudio Brito Soto" userId="c5a544fb6cb7e854" providerId="LiveId" clId="{B36081EC-44F6-4E4F-9E2C-18EAC813F962}" dt="2025-11-14T01:31:21.668" v="139" actId="1076"/>
          <ac:picMkLst>
            <pc:docMk/>
            <pc:sldMk cId="3405368746" sldId="270"/>
            <ac:picMk id="4" creationId="{9CC4DD23-13A2-E405-CB51-687883BFE02E}"/>
          </ac:picMkLst>
        </pc:picChg>
        <pc:picChg chg="mod">
          <ac:chgData name="Claudio Brito Soto" userId="c5a544fb6cb7e854" providerId="LiveId" clId="{B36081EC-44F6-4E4F-9E2C-18EAC813F962}" dt="2025-11-14T01:33:12.499" v="149" actId="1076"/>
          <ac:picMkLst>
            <pc:docMk/>
            <pc:sldMk cId="3405368746" sldId="270"/>
            <ac:picMk id="5" creationId="{9BFAD16A-A9D1-9907-4914-A8C4218AD060}"/>
          </ac:picMkLst>
        </pc:picChg>
        <pc:picChg chg="mod">
          <ac:chgData name="Claudio Brito Soto" userId="c5a544fb6cb7e854" providerId="LiveId" clId="{B36081EC-44F6-4E4F-9E2C-18EAC813F962}" dt="2025-11-20T15:23:48.367" v="215" actId="1076"/>
          <ac:picMkLst>
            <pc:docMk/>
            <pc:sldMk cId="3405368746" sldId="270"/>
            <ac:picMk id="8" creationId="{AACF015A-AAF5-DC68-F4CC-C8FA20CC3BB2}"/>
          </ac:picMkLst>
        </pc:picChg>
        <pc:picChg chg="mod">
          <ac:chgData name="Claudio Brito Soto" userId="c5a544fb6cb7e854" providerId="LiveId" clId="{B36081EC-44F6-4E4F-9E2C-18EAC813F962}" dt="2025-11-20T15:23:49.304" v="216" actId="1076"/>
          <ac:picMkLst>
            <pc:docMk/>
            <pc:sldMk cId="3405368746" sldId="270"/>
            <ac:picMk id="10" creationId="{0E63D152-46DD-3C69-9045-C0B42A5D0E52}"/>
          </ac:picMkLst>
        </pc:picChg>
        <pc:picChg chg="mod">
          <ac:chgData name="Claudio Brito Soto" userId="c5a544fb6cb7e854" providerId="LiveId" clId="{B36081EC-44F6-4E4F-9E2C-18EAC813F962}" dt="2025-11-20T15:26:33.173" v="248" actId="1076"/>
          <ac:picMkLst>
            <pc:docMk/>
            <pc:sldMk cId="3405368746" sldId="270"/>
            <ac:picMk id="11" creationId="{9D2BB8D6-2041-D925-96C7-ECAD45888C13}"/>
          </ac:picMkLst>
        </pc:picChg>
        <pc:picChg chg="mod">
          <ac:chgData name="Claudio Brito Soto" userId="c5a544fb6cb7e854" providerId="LiveId" clId="{B36081EC-44F6-4E4F-9E2C-18EAC813F962}" dt="2025-11-20T15:26:30.282" v="247" actId="1076"/>
          <ac:picMkLst>
            <pc:docMk/>
            <pc:sldMk cId="3405368746" sldId="270"/>
            <ac:picMk id="12" creationId="{6FF1B7B7-35A8-7678-6FD2-6DD449C43093}"/>
          </ac:picMkLst>
        </pc:picChg>
        <pc:picChg chg="mod">
          <ac:chgData name="Claudio Brito Soto" userId="c5a544fb6cb7e854" providerId="LiveId" clId="{B36081EC-44F6-4E4F-9E2C-18EAC813F962}" dt="2025-11-20T15:26:39.220" v="249" actId="1076"/>
          <ac:picMkLst>
            <pc:docMk/>
            <pc:sldMk cId="3405368746" sldId="270"/>
            <ac:picMk id="13" creationId="{67D7A02A-D789-3E43-0F17-A7C52FBAD958}"/>
          </ac:picMkLst>
        </pc:picChg>
        <pc:picChg chg="mod">
          <ac:chgData name="Claudio Brito Soto" userId="c5a544fb6cb7e854" providerId="LiveId" clId="{B36081EC-44F6-4E4F-9E2C-18EAC813F962}" dt="2025-11-20T15:26:43.137" v="251" actId="1076"/>
          <ac:picMkLst>
            <pc:docMk/>
            <pc:sldMk cId="3405368746" sldId="270"/>
            <ac:picMk id="14" creationId="{89F707D1-D0B9-7DD5-4009-4D14AA0DD100}"/>
          </ac:picMkLst>
        </pc:picChg>
        <pc:picChg chg="add mod">
          <ac:chgData name="Claudio Brito Soto" userId="c5a544fb6cb7e854" providerId="LiveId" clId="{B36081EC-44F6-4E4F-9E2C-18EAC813F962}" dt="2025-11-14T01:32:59.610" v="147" actId="1076"/>
          <ac:picMkLst>
            <pc:docMk/>
            <pc:sldMk cId="3405368746" sldId="270"/>
            <ac:picMk id="15" creationId="{1232B526-B638-39A4-EA9C-1F9EECCC8C3A}"/>
          </ac:picMkLst>
        </pc:picChg>
        <pc:picChg chg="add mod">
          <ac:chgData name="Claudio Brito Soto" userId="c5a544fb6cb7e854" providerId="LiveId" clId="{B36081EC-44F6-4E4F-9E2C-18EAC813F962}" dt="2025-11-20T15:26:23.515" v="245" actId="1076"/>
          <ac:picMkLst>
            <pc:docMk/>
            <pc:sldMk cId="3405368746" sldId="270"/>
            <ac:picMk id="16" creationId="{9C26DCFE-445E-A047-1EAB-5C1705840667}"/>
          </ac:picMkLst>
        </pc:picChg>
        <pc:picChg chg="add mod">
          <ac:chgData name="Claudio Brito Soto" userId="c5a544fb6cb7e854" providerId="LiveId" clId="{B36081EC-44F6-4E4F-9E2C-18EAC813F962}" dt="2025-11-20T15:26:23.515" v="245" actId="1076"/>
          <ac:picMkLst>
            <pc:docMk/>
            <pc:sldMk cId="3405368746" sldId="270"/>
            <ac:picMk id="17" creationId="{7B1417F5-BCA5-C343-DA99-37F3A5A57573}"/>
          </ac:picMkLst>
        </pc:picChg>
        <pc:picChg chg="add mod">
          <ac:chgData name="Claudio Brito Soto" userId="c5a544fb6cb7e854" providerId="LiveId" clId="{B36081EC-44F6-4E4F-9E2C-18EAC813F962}" dt="2025-11-20T15:26:41.486" v="250" actId="1076"/>
          <ac:picMkLst>
            <pc:docMk/>
            <pc:sldMk cId="3405368746" sldId="270"/>
            <ac:picMk id="18" creationId="{9CA786DA-A0E2-BC5F-41D1-8C1827935EF2}"/>
          </ac:picMkLst>
        </pc:picChg>
        <pc:picChg chg="add mod">
          <ac:chgData name="Claudio Brito Soto" userId="c5a544fb6cb7e854" providerId="LiveId" clId="{B36081EC-44F6-4E4F-9E2C-18EAC813F962}" dt="2025-11-20T15:26:23.515" v="245" actId="1076"/>
          <ac:picMkLst>
            <pc:docMk/>
            <pc:sldMk cId="3405368746" sldId="270"/>
            <ac:picMk id="19" creationId="{301F5608-3AED-9985-945F-3CC995C27A51}"/>
          </ac:picMkLst>
        </pc:picChg>
        <pc:picChg chg="add mod">
          <ac:chgData name="Claudio Brito Soto" userId="c5a544fb6cb7e854" providerId="LiveId" clId="{B36081EC-44F6-4E4F-9E2C-18EAC813F962}" dt="2025-11-20T15:23:50.804" v="217" actId="1076"/>
          <ac:picMkLst>
            <pc:docMk/>
            <pc:sldMk cId="3405368746" sldId="270"/>
            <ac:picMk id="20" creationId="{8BB47AD6-11BC-4990-7CE0-9C7A7A3B6AE8}"/>
          </ac:picMkLst>
        </pc:picChg>
        <pc:picChg chg="add mod">
          <ac:chgData name="Claudio Brito Soto" userId="c5a544fb6cb7e854" providerId="LiveId" clId="{B36081EC-44F6-4E4F-9E2C-18EAC813F962}" dt="2025-11-20T15:23:47.042" v="214" actId="1076"/>
          <ac:picMkLst>
            <pc:docMk/>
            <pc:sldMk cId="3405368746" sldId="270"/>
            <ac:picMk id="21" creationId="{44EC4F44-D14B-7331-AEBE-21426ED8E439}"/>
          </ac:picMkLst>
        </pc:picChg>
        <pc:picChg chg="add mod">
          <ac:chgData name="Claudio Brito Soto" userId="c5a544fb6cb7e854" providerId="LiveId" clId="{B36081EC-44F6-4E4F-9E2C-18EAC813F962}" dt="2025-11-20T15:23:45.026" v="213" actId="1076"/>
          <ac:picMkLst>
            <pc:docMk/>
            <pc:sldMk cId="3405368746" sldId="270"/>
            <ac:picMk id="1028" creationId="{864D161C-D273-A2C1-7FFE-609F5787E9B6}"/>
          </ac:picMkLst>
        </pc:picChg>
        <pc:picChg chg="add mod">
          <ac:chgData name="Claudio Brito Soto" userId="c5a544fb6cb7e854" providerId="LiveId" clId="{B36081EC-44F6-4E4F-9E2C-18EAC813F962}" dt="2025-11-20T15:23:43.321" v="212" actId="1076"/>
          <ac:picMkLst>
            <pc:docMk/>
            <pc:sldMk cId="3405368746" sldId="270"/>
            <ac:picMk id="1030" creationId="{192E4958-98E7-2B8C-7343-B4748A22C0AE}"/>
          </ac:picMkLst>
        </pc:picChg>
        <pc:picChg chg="mod">
          <ac:chgData name="Claudio Brito Soto" userId="c5a544fb6cb7e854" providerId="LiveId" clId="{B36081EC-44F6-4E4F-9E2C-18EAC813F962}" dt="2025-11-20T15:26:07.355" v="243" actId="1076"/>
          <ac:picMkLst>
            <pc:docMk/>
            <pc:sldMk cId="3405368746" sldId="270"/>
            <ac:picMk id="4100" creationId="{1CC763BD-D2C9-89AB-D452-0D1CB6858EEC}"/>
          </ac:picMkLst>
        </pc:picChg>
      </pc:sldChg>
      <pc:sldChg chg="addSp delSp modSp new del mod">
        <pc:chgData name="Claudio Brito Soto" userId="c5a544fb6cb7e854" providerId="LiveId" clId="{B36081EC-44F6-4E4F-9E2C-18EAC813F962}" dt="2025-11-24T17:09:35.768" v="645" actId="47"/>
        <pc:sldMkLst>
          <pc:docMk/>
          <pc:sldMk cId="2049997801" sldId="272"/>
        </pc:sldMkLst>
        <pc:picChg chg="add mod">
          <ac:chgData name="Claudio Brito Soto" userId="c5a544fb6cb7e854" providerId="LiveId" clId="{B36081EC-44F6-4E4F-9E2C-18EAC813F962}" dt="2025-11-20T16:57:09.739" v="643" actId="14100"/>
          <ac:picMkLst>
            <pc:docMk/>
            <pc:sldMk cId="2049997801" sldId="272"/>
            <ac:picMk id="5" creationId="{FAB3B2C9-9371-29FE-2EDB-474C18CCFFD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ES"/>
            <a:t>Claudio Marcelo Brito Soto</a:t>
          </a:r>
          <a:endParaRPr lang="es-CL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/>
            <a:t>Francisco Castro Astudillo</a:t>
          </a:r>
          <a:endParaRPr lang="es-CL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/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/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800" kern="1200"/>
            <a:t>Claudio Marcelo Brito Soto</a:t>
          </a:r>
          <a:endParaRPr lang="es-CL" sz="5800" kern="120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800" kern="1200"/>
            <a:t>Francisco Castro Astudillo</a:t>
          </a:r>
          <a:endParaRPr lang="es-CL" sz="5800" kern="120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2A6A9-0F13-4139-AE59-408216CEF517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839A7-8FC4-4B61-8042-45DF58DFB1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019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FC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9140C-50D1-40A6-8AA2-F5C484FCB43B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8280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FC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9140C-50D1-40A6-8AA2-F5C484FCB43B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3685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CB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9140C-50D1-40A6-8AA2-F5C484FCB43B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5001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FC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9140C-50D1-40A6-8AA2-F5C484FCB43B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6299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CB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839A7-8FC4-4B61-8042-45DF58DFB10A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6353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CB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9140C-50D1-40A6-8AA2-F5C484FCB43B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4399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CB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9140C-50D1-40A6-8AA2-F5C484FCB43B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1438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CB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9140C-50D1-40A6-8AA2-F5C484FCB43B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3010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1ero Ubuntu, wsl2 y Docker para entorno de trabajo y almacenamiento (CB)</a:t>
            </a:r>
          </a:p>
          <a:p>
            <a:r>
              <a:rPr lang="es-ES"/>
              <a:t>2do VSCode, cursor y </a:t>
            </a:r>
            <a:r>
              <a:rPr lang="es-ES" err="1"/>
              <a:t>github</a:t>
            </a:r>
            <a:r>
              <a:rPr lang="es-ES"/>
              <a:t> para codificación y consistencia (CB)</a:t>
            </a:r>
          </a:p>
          <a:p>
            <a:r>
              <a:rPr lang="es-CL"/>
              <a:t>3ero </a:t>
            </a:r>
            <a:r>
              <a:rPr lang="es-CL" err="1"/>
              <a:t>datamodeler</a:t>
            </a:r>
            <a:r>
              <a:rPr lang="es-CL"/>
              <a:t>, </a:t>
            </a:r>
            <a:r>
              <a:rPr lang="es-CL" err="1"/>
              <a:t>lucidapp</a:t>
            </a:r>
            <a:r>
              <a:rPr lang="es-CL"/>
              <a:t> y </a:t>
            </a:r>
            <a:r>
              <a:rPr lang="es-CL" err="1"/>
              <a:t>bizagi</a:t>
            </a:r>
            <a:r>
              <a:rPr lang="es-CL"/>
              <a:t> para diagramas (CB)</a:t>
            </a:r>
          </a:p>
          <a:p>
            <a:r>
              <a:rPr lang="es-CL"/>
              <a:t>4to Python como lenguaje base de ciencia de datos (FC)</a:t>
            </a:r>
          </a:p>
          <a:p>
            <a:r>
              <a:rPr lang="es-CL"/>
              <a:t>5to backend con </a:t>
            </a:r>
            <a:r>
              <a:rPr lang="es-CL" err="1"/>
              <a:t>mysql</a:t>
            </a:r>
            <a:r>
              <a:rPr lang="es-CL"/>
              <a:t>, php y </a:t>
            </a:r>
            <a:r>
              <a:rPr lang="es-CL" err="1"/>
              <a:t>phpmailer</a:t>
            </a:r>
            <a:r>
              <a:rPr lang="es-CL"/>
              <a:t> (CB)</a:t>
            </a:r>
          </a:p>
          <a:p>
            <a:r>
              <a:rPr lang="es-CL"/>
              <a:t>6to Kedro y </a:t>
            </a:r>
            <a:r>
              <a:rPr lang="es-CL" err="1"/>
              <a:t>weas</a:t>
            </a:r>
            <a:r>
              <a:rPr lang="es-CL"/>
              <a:t> (FC)</a:t>
            </a:r>
          </a:p>
          <a:p>
            <a:r>
              <a:rPr lang="es-CL"/>
              <a:t>7mo Frontend (CB)</a:t>
            </a:r>
          </a:p>
          <a:p>
            <a:r>
              <a:rPr lang="es-CL"/>
              <a:t>8vo (FC)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839A7-8FC4-4B61-8042-45DF58DFB10A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7317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FC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839A7-8FC4-4B61-8042-45DF58DFB10A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431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jpeg"/><Relationship Id="rId18" Type="http://schemas.openxmlformats.org/officeDocument/2006/relationships/image" Target="../media/image24.png"/><Relationship Id="rId3" Type="http://schemas.openxmlformats.org/officeDocument/2006/relationships/image" Target="../media/image1.jpe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jpe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9" Type="http://schemas.openxmlformats.org/officeDocument/2006/relationships/image" Target="../media/image3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PROYECTO “CompraRata”</a:t>
            </a:r>
          </a:p>
          <a:p>
            <a:pPr algn="ctr"/>
            <a:r>
              <a:rPr lang="es-MX" sz="2400"/>
              <a:t>PRESENTACIÓN FINAL CAPSTONE</a:t>
            </a:r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4037377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INTEGRANTES DEL PROYECTO</a:t>
            </a:r>
            <a:endParaRPr lang="es-CL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“CompraRata”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DESCRIPCIÓN DEL PROYECTO</a:t>
            </a:r>
            <a:endParaRPr lang="es-CL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/>
              <a:t>Problema o dolor</a:t>
            </a:r>
          </a:p>
          <a:p>
            <a:pPr lvl="0" algn="ctr"/>
            <a:endParaRPr lang="es-MX" u="sng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/>
              <a:t>Dificultad para tomar decisiones de compra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/>
              <a:t>Repetición de compras por inercia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/>
              <a:t>Perdida de poder adquisitivo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sz="1800"/>
          </a:p>
          <a:p>
            <a:pPr lvl="0" algn="ctr"/>
            <a:endParaRPr lang="es-CL" sz="1800" u="sng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/>
              <a:t>Propuesta de solución</a:t>
            </a:r>
          </a:p>
          <a:p>
            <a:pPr lvl="0" algn="ctr"/>
            <a:endParaRPr lang="es-MX" u="sng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MX"/>
              <a:t>Plataforma web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MX" sz="1800"/>
              <a:t>Comparación rápida de productos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MX"/>
              <a:t>Historial de precios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MX" sz="1800"/>
              <a:t>Listas de compras </a:t>
            </a:r>
            <a:endParaRPr lang="es-CL" sz="180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“CompraRata”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Objetivo General</a:t>
            </a:r>
            <a:endParaRPr lang="es-CL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Objetivos Específicos</a:t>
            </a:r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/>
              <a:t>Desarrollar una plataforma web que permita comparar productos según su precio por unidad, registrar historial de precios y gestionar listas de compra, fomentando decisiones de consumo informadas.</a:t>
            </a:r>
            <a:endParaRPr lang="es-CL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/>
              <a:t>Modulo de calculo de precios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/>
              <a:t>Registro de precios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/>
              <a:t>Modulo de listas de compras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/>
              <a:t>Interfaz sencilla y accesible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“CompraRata”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Instalación segura LAMP (Linux, Apache, MySQL, PHP) Debian - Byte Mind">
            <a:extLst>
              <a:ext uri="{FF2B5EF4-FFF2-40B4-BE49-F238E27FC236}">
                <a16:creationId xmlns:a16="http://schemas.microsoft.com/office/drawing/2014/main" id="{0BA18A38-ED47-AE0D-3911-76D54A0DD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8986"/>
            <a:ext cx="3818021" cy="162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seño web adaptable - Wikipedia, la enciclopedia libre">
            <a:extLst>
              <a:ext uri="{FF2B5EF4-FFF2-40B4-BE49-F238E27FC236}">
                <a16:creationId xmlns:a16="http://schemas.microsoft.com/office/drawing/2014/main" id="{C6393023-9F98-8B74-4896-2D9EA95F8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774" y="2078986"/>
            <a:ext cx="332422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bHostChile">
            <a:extLst>
              <a:ext uri="{FF2B5EF4-FFF2-40B4-BE49-F238E27FC236}">
                <a16:creationId xmlns:a16="http://schemas.microsoft.com/office/drawing/2014/main" id="{F54D866E-1F33-7D3D-CB34-4B22BCDF3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5405292"/>
            <a:ext cx="30480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“CompraRata”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Metodología de trabajo para el desarrollo del proyecto</a:t>
            </a:r>
            <a:endParaRPr lang="es-CL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Metodología Waterfall | Cómo aplicar la gestión de proyectos en cascada">
            <a:extLst>
              <a:ext uri="{FF2B5EF4-FFF2-40B4-BE49-F238E27FC236}">
                <a16:creationId xmlns:a16="http://schemas.microsoft.com/office/drawing/2014/main" id="{CAF9B858-7F94-EFDB-32A2-B87F77ACD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922" y="2078987"/>
            <a:ext cx="8001528" cy="4779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“CompraRata”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Cronograma para 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50566"/>
              </p:ext>
            </p:extLst>
          </p:nvPr>
        </p:nvGraphicFramePr>
        <p:xfrm>
          <a:off x="1248696" y="2595717"/>
          <a:ext cx="10235372" cy="3618273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4883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i="1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Describe actividades del punto anterior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  <p:pic>
        <p:nvPicPr>
          <p:cNvPr id="2" name="Imagen 1" descr="Imagen que contiene biombo, interior, con baldosas, pareja&#10;&#10;El contenido generado por IA puede ser incorrecto.">
            <a:extLst>
              <a:ext uri="{FF2B5EF4-FFF2-40B4-BE49-F238E27FC236}">
                <a16:creationId xmlns:a16="http://schemas.microsoft.com/office/drawing/2014/main" id="{6BB0095B-F2C9-9DBD-8C51-93EBA9542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2738"/>
            <a:ext cx="12192000" cy="477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“CompraRata”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Patrón de diseño MVC. ¿Qué es y cómo puedo utilizarlo? | Easy App CODE">
            <a:extLst>
              <a:ext uri="{FF2B5EF4-FFF2-40B4-BE49-F238E27FC236}">
                <a16:creationId xmlns:a16="http://schemas.microsoft.com/office/drawing/2014/main" id="{832249A4-E9DF-A0F0-3B2C-4BED17572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7282"/>
            <a:ext cx="4620553" cy="272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Instalación segura LAMP (Linux, Apache, MySQL, PHP) Debian - Byte Mind">
            <a:extLst>
              <a:ext uri="{FF2B5EF4-FFF2-40B4-BE49-F238E27FC236}">
                <a16:creationId xmlns:a16="http://schemas.microsoft.com/office/drawing/2014/main" id="{BC5F6EFC-A040-1213-C8AB-993A63F63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166" y="2239407"/>
            <a:ext cx="3818021" cy="162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08E6EB85-6CFD-9312-0D79-2915F7C9E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368928"/>
            <a:ext cx="11601450" cy="6108072"/>
          </a:xfrm>
          <a:prstGeom prst="rect">
            <a:avLst/>
          </a:prstGeom>
        </p:spPr>
      </p:pic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“CompraRata”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428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FBE93-073C-B49D-6710-4B12C9D5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2E3DAC91-2AF1-EBC1-AF0A-9DDE9B6E3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800"/>
            <a:ext cx="12192000" cy="63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“CompraRata”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Por qué el logo de Php es un elefante? – Webirix">
            <a:extLst>
              <a:ext uri="{FF2B5EF4-FFF2-40B4-BE49-F238E27FC236}">
                <a16:creationId xmlns:a16="http://schemas.microsoft.com/office/drawing/2014/main" id="{0F85DA23-9371-5D6C-35E3-C62854222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400" y="783910"/>
            <a:ext cx="1741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MySQL | Austin TX">
            <a:extLst>
              <a:ext uri="{FF2B5EF4-FFF2-40B4-BE49-F238E27FC236}">
                <a16:creationId xmlns:a16="http://schemas.microsoft.com/office/drawing/2014/main" id="{9CC52B71-5730-1870-C187-60AA5689F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967" y="868482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9CC4DD23-13A2-E405-CB51-687883BFE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3087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Primeros pasos con Docker para Windows - Daniel Córdoba Cárdenas">
            <a:extLst>
              <a:ext uri="{FF2B5EF4-FFF2-40B4-BE49-F238E27FC236}">
                <a16:creationId xmlns:a16="http://schemas.microsoft.com/office/drawing/2014/main" id="{9BFAD16A-A9D1-9907-4914-A8C4218AD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044" y="900613"/>
            <a:ext cx="1310751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Visual Studio Code - Download and install on Windows | Microsoft Store">
            <a:extLst>
              <a:ext uri="{FF2B5EF4-FFF2-40B4-BE49-F238E27FC236}">
                <a16:creationId xmlns:a16="http://schemas.microsoft.com/office/drawing/2014/main" id="{AACF015A-AAF5-DC68-F4CC-C8FA20CC3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318" y="2959507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Downloads | Cursor - The AI Code Editor">
            <a:extLst>
              <a:ext uri="{FF2B5EF4-FFF2-40B4-BE49-F238E27FC236}">
                <a16:creationId xmlns:a16="http://schemas.microsoft.com/office/drawing/2014/main" id="{0E63D152-46DD-3C69-9045-C0B42A5D0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206" y="2912465"/>
            <a:ext cx="1527219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HTML in 45 minutes - webdevmonk">
            <a:extLst>
              <a:ext uri="{FF2B5EF4-FFF2-40B4-BE49-F238E27FC236}">
                <a16:creationId xmlns:a16="http://schemas.microsoft.com/office/drawing/2014/main" id="{9D2BB8D6-2041-D925-96C7-ECAD45888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855" y="4245569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CSS - Adaweb">
            <a:extLst>
              <a:ext uri="{FF2B5EF4-FFF2-40B4-BE49-F238E27FC236}">
                <a16:creationId xmlns:a16="http://schemas.microsoft.com/office/drawing/2014/main" id="{6FF1B7B7-35A8-7678-6FD2-6DD449C43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200" y="4245569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4" descr="Qué es Ajax en el desarrollo web - Epitech Spain">
            <a:extLst>
              <a:ext uri="{FF2B5EF4-FFF2-40B4-BE49-F238E27FC236}">
                <a16:creationId xmlns:a16="http://schemas.microsoft.com/office/drawing/2014/main" id="{67D7A02A-D789-3E43-0F17-A7C52FBAD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617" y="4199919"/>
            <a:ext cx="17727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6" descr="Python">
            <a:extLst>
              <a:ext uri="{FF2B5EF4-FFF2-40B4-BE49-F238E27FC236}">
                <a16:creationId xmlns:a16="http://schemas.microsoft.com/office/drawing/2014/main" id="{89F707D1-D0B9-7DD5-4009-4D14AA0D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67" y="5673201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itHub - PHPMailer/PHPMailer: The classic email sending library for PHP">
            <a:extLst>
              <a:ext uri="{FF2B5EF4-FFF2-40B4-BE49-F238E27FC236}">
                <a16:creationId xmlns:a16="http://schemas.microsoft.com/office/drawing/2014/main" id="{1CC763BD-D2C9-89AB-D452-0D1CB685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014" y="962816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WSL 2.0 has already been released and these are its new features">
            <a:extLst>
              <a:ext uri="{FF2B5EF4-FFF2-40B4-BE49-F238E27FC236}">
                <a16:creationId xmlns:a16="http://schemas.microsoft.com/office/drawing/2014/main" id="{1232B526-B638-39A4-EA9C-1F9EECCC8C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 bwMode="auto">
          <a:xfrm>
            <a:off x="1119600" y="881645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64D161C-D273-A2C1-7FFE-609F5787E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499" y="4292833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rramientas de modelado de datos | Oracle SQL Developer Data Modeler |  Oracle América Latina">
            <a:extLst>
              <a:ext uri="{FF2B5EF4-FFF2-40B4-BE49-F238E27FC236}">
                <a16:creationId xmlns:a16="http://schemas.microsoft.com/office/drawing/2014/main" id="{192E4958-98E7-2B8C-7343-B4748A22C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4" y="4300233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Kedro Pipeline Data Science">
            <a:extLst>
              <a:ext uri="{FF2B5EF4-FFF2-40B4-BE49-F238E27FC236}">
                <a16:creationId xmlns:a16="http://schemas.microsoft.com/office/drawing/2014/main" id="{9C26DCFE-445E-A047-1EAB-5C170584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871" y="3087010"/>
            <a:ext cx="197978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What is MLflow? Streamline Your ML Lifecycle">
            <a:extLst>
              <a:ext uri="{FF2B5EF4-FFF2-40B4-BE49-F238E27FC236}">
                <a16:creationId xmlns:a16="http://schemas.microsoft.com/office/drawing/2014/main" id="{7B1417F5-BCA5-C343-DA99-37F3A5A57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942" y="3080319"/>
            <a:ext cx="1931474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Apache Airflow | Netdata">
            <a:extLst>
              <a:ext uri="{FF2B5EF4-FFF2-40B4-BE49-F238E27FC236}">
                <a16:creationId xmlns:a16="http://schemas.microsoft.com/office/drawing/2014/main" id="{9CA786DA-A0E2-BC5F-41D1-8C1827935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749" y="5627305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Brand • Streamlit">
            <a:extLst>
              <a:ext uri="{FF2B5EF4-FFF2-40B4-BE49-F238E27FC236}">
                <a16:creationId xmlns:a16="http://schemas.microsoft.com/office/drawing/2014/main" id="{301F5608-3AED-9985-945F-3CC995C27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165" y="2955128"/>
            <a:ext cx="1913687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Qué es GitHub y por qué es útil en la actualidad 💻 | HACK A BOSS">
            <a:extLst>
              <a:ext uri="{FF2B5EF4-FFF2-40B4-BE49-F238E27FC236}">
                <a16:creationId xmlns:a16="http://schemas.microsoft.com/office/drawing/2014/main" id="{8BB47AD6-11BC-4990-7CE0-9C7A7A3B6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525" y="2959507"/>
            <a:ext cx="16794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Bizagi - Apps en Google Play">
            <a:extLst>
              <a:ext uri="{FF2B5EF4-FFF2-40B4-BE49-F238E27FC236}">
                <a16:creationId xmlns:a16="http://schemas.microsoft.com/office/drawing/2014/main" id="{44EC4F44-D14B-7331-AEBE-21426ED8E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311" y="4363837"/>
            <a:ext cx="1119600" cy="11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DEMOSTRACIÓN DEL RESULTADO DEL PROYECTO</a:t>
            </a:r>
          </a:p>
          <a:p>
            <a:pPr algn="ctr"/>
            <a:endParaRPr lang="es-CL" sz="240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857BA-7AE1-BC0A-4B0C-CD5A914D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64E9D3B-2337-CF65-FA07-D23A76CB1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153" y="365124"/>
            <a:ext cx="10165559" cy="5800897"/>
          </a:xfrm>
        </p:spPr>
      </p:pic>
      <p:pic>
        <p:nvPicPr>
          <p:cNvPr id="7" name="Imagen 6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23F9B9B1-9E7C-7761-72BA-D2FF0FCD7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037"/>
            <a:ext cx="12192000" cy="6257925"/>
          </a:xfrm>
          <a:prstGeom prst="rect">
            <a:avLst/>
          </a:prstGeom>
        </p:spPr>
      </p:pic>
      <p:pic>
        <p:nvPicPr>
          <p:cNvPr id="9" name="Imagen 8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8E1647BB-DE30-89DA-6FD6-7131D3E690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11" y="231859"/>
            <a:ext cx="10745437" cy="6326103"/>
          </a:xfrm>
          <a:prstGeom prst="rect">
            <a:avLst/>
          </a:prstGeom>
        </p:spPr>
      </p:pic>
      <p:pic>
        <p:nvPicPr>
          <p:cNvPr id="11" name="Imagen 10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27AA84C0-D6A9-BC68-6A54-58FE5AC961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62" y="214312"/>
            <a:ext cx="10429875" cy="6429375"/>
          </a:xfrm>
          <a:prstGeom prst="rect">
            <a:avLst/>
          </a:prstGeom>
        </p:spPr>
      </p:pic>
      <p:pic>
        <p:nvPicPr>
          <p:cNvPr id="13" name="Imagen 1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872A573-3FAB-4F42-1FAE-EAF6F51036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12" y="1000125"/>
            <a:ext cx="10315575" cy="4857750"/>
          </a:xfrm>
          <a:prstGeom prst="rect">
            <a:avLst/>
          </a:prstGeom>
        </p:spPr>
      </p:pic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E7BFA726-D105-3E06-8704-EC386163B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2" y="0"/>
            <a:ext cx="9721196" cy="6858000"/>
          </a:xfrm>
          <a:prstGeom prst="rect">
            <a:avLst/>
          </a:prstGeom>
        </p:spPr>
      </p:pic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6EED29DE-FD1B-A169-8C9B-38A2BBF8B2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026" y="0"/>
            <a:ext cx="9551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0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2FA5-600C-9303-529D-7F5B5E90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77B4224A-3140-F796-8FC4-E5FC461E8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C1A919B-71AE-2667-1895-710444A9FDD1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DEMOSTRACIÓN DEL RESULTADO DEL PROYECTO</a:t>
            </a:r>
          </a:p>
          <a:p>
            <a:pPr algn="ctr"/>
            <a:endParaRPr lang="es-CL" sz="240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68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Office PowerPoint</Application>
  <PresentationFormat>Panorámica</PresentationFormat>
  <Paragraphs>152</Paragraphs>
  <Slides>15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Claudio Brito Soto</cp:lastModifiedBy>
  <cp:revision>1</cp:revision>
  <dcterms:created xsi:type="dcterms:W3CDTF">2023-10-28T21:12:11Z</dcterms:created>
  <dcterms:modified xsi:type="dcterms:W3CDTF">2025-11-24T17:09:46Z</dcterms:modified>
</cp:coreProperties>
</file>