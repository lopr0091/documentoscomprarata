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CCEC60-2C77-4567-953D-60AF77ACC391}" v="249" dt="2025-09-01T19:53:42.76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io Brito Soto" userId="c5a544fb6cb7e854" providerId="LiveId" clId="{67CCEC60-2C77-4567-953D-60AF77ACC391}"/>
    <pc:docChg chg="undo custSel addSld modSld">
      <pc:chgData name="Claudio Brito Soto" userId="c5a544fb6cb7e854" providerId="LiveId" clId="{67CCEC60-2C77-4567-953D-60AF77ACC391}" dt="2025-09-01T19:54:47.692" v="1267" actId="20577"/>
      <pc:docMkLst>
        <pc:docMk/>
      </pc:docMkLst>
      <pc:sldChg chg="modSp new mod">
        <pc:chgData name="Claudio Brito Soto" userId="c5a544fb6cb7e854" providerId="LiveId" clId="{67CCEC60-2C77-4567-953D-60AF77ACC391}" dt="2025-08-28T02:57:59.869" v="10" actId="20577"/>
        <pc:sldMkLst>
          <pc:docMk/>
          <pc:sldMk cId="1878804697" sldId="256"/>
        </pc:sldMkLst>
        <pc:spChg chg="mod">
          <ac:chgData name="Claudio Brito Soto" userId="c5a544fb6cb7e854" providerId="LiveId" clId="{67CCEC60-2C77-4567-953D-60AF77ACC391}" dt="2025-08-28T02:57:59.869" v="10" actId="20577"/>
          <ac:spMkLst>
            <pc:docMk/>
            <pc:sldMk cId="1878804697" sldId="256"/>
            <ac:spMk id="2" creationId="{F46C0EC5-CAC9-5A07-7B15-9F5EDF275CCE}"/>
          </ac:spMkLst>
        </pc:spChg>
      </pc:sldChg>
      <pc:sldChg chg="addSp delSp modSp new mod setBg modAnim modNotesTx">
        <pc:chgData name="Claudio Brito Soto" userId="c5a544fb6cb7e854" providerId="LiveId" clId="{67CCEC60-2C77-4567-953D-60AF77ACC391}" dt="2025-09-01T16:27:38.177" v="940" actId="20577"/>
        <pc:sldMkLst>
          <pc:docMk/>
          <pc:sldMk cId="2765878876" sldId="257"/>
        </pc:sldMkLst>
        <pc:spChg chg="mod">
          <ac:chgData name="Claudio Brito Soto" userId="c5a544fb6cb7e854" providerId="LiveId" clId="{67CCEC60-2C77-4567-953D-60AF77ACC391}" dt="2025-08-28T03:01:18.509" v="57" actId="20577"/>
          <ac:spMkLst>
            <pc:docMk/>
            <pc:sldMk cId="2765878876" sldId="257"/>
            <ac:spMk id="2" creationId="{329ADD46-B7D5-2664-D2C1-E1B70BD26A4E}"/>
          </ac:spMkLst>
        </pc:spChg>
        <pc:spChg chg="mod">
          <ac:chgData name="Claudio Brito Soto" userId="c5a544fb6cb7e854" providerId="LiveId" clId="{67CCEC60-2C77-4567-953D-60AF77ACC391}" dt="2025-08-28T17:06:29.319" v="345" actId="20577"/>
          <ac:spMkLst>
            <pc:docMk/>
            <pc:sldMk cId="2765878876" sldId="257"/>
            <ac:spMk id="3" creationId="{28D0AEBB-18BB-D0A6-7111-2CC9EF3DE079}"/>
          </ac:spMkLst>
        </pc:spChg>
      </pc:sldChg>
      <pc:sldChg chg="addSp delSp modSp new mod setBg modAnim modNotesTx">
        <pc:chgData name="Claudio Brito Soto" userId="c5a544fb6cb7e854" providerId="LiveId" clId="{67CCEC60-2C77-4567-953D-60AF77ACC391}" dt="2025-09-01T17:00:50.745" v="1190" actId="20577"/>
        <pc:sldMkLst>
          <pc:docMk/>
          <pc:sldMk cId="867729678" sldId="258"/>
        </pc:sldMkLst>
        <pc:spChg chg="mod">
          <ac:chgData name="Claudio Brito Soto" userId="c5a544fb6cb7e854" providerId="LiveId" clId="{67CCEC60-2C77-4567-953D-60AF77ACC391}" dt="2025-08-28T03:05:05.973" v="86" actId="20577"/>
          <ac:spMkLst>
            <pc:docMk/>
            <pc:sldMk cId="867729678" sldId="258"/>
            <ac:spMk id="2" creationId="{82475E81-0440-D677-90F7-392268FDE22F}"/>
          </ac:spMkLst>
        </pc:spChg>
        <pc:picChg chg="add mod ord">
          <ac:chgData name="Claudio Brito Soto" userId="c5a544fb6cb7e854" providerId="LiveId" clId="{67CCEC60-2C77-4567-953D-60AF77ACC391}" dt="2025-08-28T17:49:52.525" v="386" actId="1076"/>
          <ac:picMkLst>
            <pc:docMk/>
            <pc:sldMk cId="867729678" sldId="258"/>
            <ac:picMk id="5" creationId="{C4071E22-4BA8-9BFD-0561-646D5FCFA15D}"/>
          </ac:picMkLst>
        </pc:picChg>
        <pc:picChg chg="add mod">
          <ac:chgData name="Claudio Brito Soto" userId="c5a544fb6cb7e854" providerId="LiveId" clId="{67CCEC60-2C77-4567-953D-60AF77ACC391}" dt="2025-08-28T17:50:50.273" v="391" actId="1076"/>
          <ac:picMkLst>
            <pc:docMk/>
            <pc:sldMk cId="867729678" sldId="258"/>
            <ac:picMk id="7" creationId="{56072386-B168-DE92-9EEC-F0B8B425E751}"/>
          </ac:picMkLst>
        </pc:picChg>
      </pc:sldChg>
      <pc:sldChg chg="addSp delSp modSp new mod modAnim modNotesTx">
        <pc:chgData name="Claudio Brito Soto" userId="c5a544fb6cb7e854" providerId="LiveId" clId="{67CCEC60-2C77-4567-953D-60AF77ACC391}" dt="2025-09-01T19:53:42.768" v="1215"/>
        <pc:sldMkLst>
          <pc:docMk/>
          <pc:sldMk cId="2494510175" sldId="259"/>
        </pc:sldMkLst>
        <pc:spChg chg="mod">
          <ac:chgData name="Claudio Brito Soto" userId="c5a544fb6cb7e854" providerId="LiveId" clId="{67CCEC60-2C77-4567-953D-60AF77ACC391}" dt="2025-08-28T03:15:48.420" v="105" actId="20577"/>
          <ac:spMkLst>
            <pc:docMk/>
            <pc:sldMk cId="2494510175" sldId="259"/>
            <ac:spMk id="2" creationId="{7CA8DAE9-3730-6F45-C2DB-13DB6B35C319}"/>
          </ac:spMkLst>
        </pc:spChg>
        <pc:graphicFrameChg chg="add mod modGraphic">
          <ac:chgData name="Claudio Brito Soto" userId="c5a544fb6cb7e854" providerId="LiveId" clId="{67CCEC60-2C77-4567-953D-60AF77ACC391}" dt="2025-08-28T18:34:48.036" v="410" actId="14100"/>
          <ac:graphicFrameMkLst>
            <pc:docMk/>
            <pc:sldMk cId="2494510175" sldId="259"/>
            <ac:graphicFrameMk id="7" creationId="{54A41AC9-F326-4547-C275-D1643596E635}"/>
          </ac:graphicFrameMkLst>
        </pc:graphicFrameChg>
        <pc:picChg chg="add mod">
          <ac:chgData name="Claudio Brito Soto" userId="c5a544fb6cb7e854" providerId="LiveId" clId="{67CCEC60-2C77-4567-953D-60AF77ACC391}" dt="2025-09-01T19:53:39.808" v="1214" actId="962"/>
          <ac:picMkLst>
            <pc:docMk/>
            <pc:sldMk cId="2494510175" sldId="259"/>
            <ac:picMk id="4" creationId="{E21CF218-0E78-CF27-0155-C633DCFC1280}"/>
          </ac:picMkLst>
        </pc:picChg>
        <pc:picChg chg="add mod">
          <ac:chgData name="Claudio Brito Soto" userId="c5a544fb6cb7e854" providerId="LiveId" clId="{67CCEC60-2C77-4567-953D-60AF77ACC391}" dt="2025-08-28T18:25:20.256" v="402" actId="14100"/>
          <ac:picMkLst>
            <pc:docMk/>
            <pc:sldMk cId="2494510175" sldId="259"/>
            <ac:picMk id="6" creationId="{3DDCD775-4C2A-2C1D-6F37-AB62BAFBBB29}"/>
          </ac:picMkLst>
        </pc:picChg>
      </pc:sldChg>
      <pc:sldChg chg="addSp delSp modSp new mod modNotesTx">
        <pc:chgData name="Claudio Brito Soto" userId="c5a544fb6cb7e854" providerId="LiveId" clId="{67CCEC60-2C77-4567-953D-60AF77ACC391}" dt="2025-09-01T19:54:47.692" v="1267" actId="20577"/>
        <pc:sldMkLst>
          <pc:docMk/>
          <pc:sldMk cId="3727953304" sldId="260"/>
        </pc:sldMkLst>
        <pc:spChg chg="mod">
          <ac:chgData name="Claudio Brito Soto" userId="c5a544fb6cb7e854" providerId="LiveId" clId="{67CCEC60-2C77-4567-953D-60AF77ACC391}" dt="2025-08-28T03:15:58.203" v="132" actId="20577"/>
          <ac:spMkLst>
            <pc:docMk/>
            <pc:sldMk cId="3727953304" sldId="260"/>
            <ac:spMk id="2" creationId="{70AF9BF7-E407-1D30-E3DD-715A37BE6A36}"/>
          </ac:spMkLst>
        </pc:spChg>
        <pc:picChg chg="add mod">
          <ac:chgData name="Claudio Brito Soto" userId="c5a544fb6cb7e854" providerId="LiveId" clId="{67CCEC60-2C77-4567-953D-60AF77ACC391}" dt="2025-08-28T11:40:45.696" v="154" actId="1076"/>
          <ac:picMkLst>
            <pc:docMk/>
            <pc:sldMk cId="3727953304" sldId="260"/>
            <ac:picMk id="1026" creationId="{53A4B959-1FE2-062E-913C-4CFE8DF32799}"/>
          </ac:picMkLst>
        </pc:picChg>
        <pc:picChg chg="add mod">
          <ac:chgData name="Claudio Brito Soto" userId="c5a544fb6cb7e854" providerId="LiveId" clId="{67CCEC60-2C77-4567-953D-60AF77ACC391}" dt="2025-08-28T11:46:17.682" v="175" actId="1076"/>
          <ac:picMkLst>
            <pc:docMk/>
            <pc:sldMk cId="3727953304" sldId="260"/>
            <ac:picMk id="1028" creationId="{30CD90D6-BE65-5071-E6DE-A07D504611B7}"/>
          </ac:picMkLst>
        </pc:picChg>
        <pc:picChg chg="add mod">
          <ac:chgData name="Claudio Brito Soto" userId="c5a544fb6cb7e854" providerId="LiveId" clId="{67CCEC60-2C77-4567-953D-60AF77ACC391}" dt="2025-08-28T11:39:18.824" v="140" actId="1076"/>
          <ac:picMkLst>
            <pc:docMk/>
            <pc:sldMk cId="3727953304" sldId="260"/>
            <ac:picMk id="1030" creationId="{F421CF68-9AE1-79AA-C330-9566C0D57A84}"/>
          </ac:picMkLst>
        </pc:picChg>
        <pc:picChg chg="add mod">
          <ac:chgData name="Claudio Brito Soto" userId="c5a544fb6cb7e854" providerId="LiveId" clId="{67CCEC60-2C77-4567-953D-60AF77ACC391}" dt="2025-08-28T11:39:35.333" v="143" actId="14100"/>
          <ac:picMkLst>
            <pc:docMk/>
            <pc:sldMk cId="3727953304" sldId="260"/>
            <ac:picMk id="1032" creationId="{B4DBB8F2-E24D-BAF0-5E35-A080E74B91D7}"/>
          </ac:picMkLst>
        </pc:picChg>
        <pc:picChg chg="add mod">
          <ac:chgData name="Claudio Brito Soto" userId="c5a544fb6cb7e854" providerId="LiveId" clId="{67CCEC60-2C77-4567-953D-60AF77ACC391}" dt="2025-08-28T11:39:59.657" v="149" actId="1076"/>
          <ac:picMkLst>
            <pc:docMk/>
            <pc:sldMk cId="3727953304" sldId="260"/>
            <ac:picMk id="1034" creationId="{F41AA521-2065-7A39-55A8-54CC619D7735}"/>
          </ac:picMkLst>
        </pc:picChg>
        <pc:picChg chg="add mod">
          <ac:chgData name="Claudio Brito Soto" userId="c5a544fb6cb7e854" providerId="LiveId" clId="{67CCEC60-2C77-4567-953D-60AF77ACC391}" dt="2025-08-28T11:40:42.297" v="153" actId="1076"/>
          <ac:picMkLst>
            <pc:docMk/>
            <pc:sldMk cId="3727953304" sldId="260"/>
            <ac:picMk id="1036" creationId="{5545A27F-624E-8F6E-6EFE-7372AA34DC63}"/>
          </ac:picMkLst>
        </pc:picChg>
        <pc:picChg chg="add mod">
          <ac:chgData name="Claudio Brito Soto" userId="c5a544fb6cb7e854" providerId="LiveId" clId="{67CCEC60-2C77-4567-953D-60AF77ACC391}" dt="2025-08-28T11:41:19.471" v="158" actId="14100"/>
          <ac:picMkLst>
            <pc:docMk/>
            <pc:sldMk cId="3727953304" sldId="260"/>
            <ac:picMk id="1038" creationId="{E8294CC7-251A-9FAC-BC6E-A7E0A46E8744}"/>
          </ac:picMkLst>
        </pc:picChg>
        <pc:picChg chg="add mod">
          <ac:chgData name="Claudio Brito Soto" userId="c5a544fb6cb7e854" providerId="LiveId" clId="{67CCEC60-2C77-4567-953D-60AF77ACC391}" dt="2025-08-28T11:44:57.287" v="165" actId="1076"/>
          <ac:picMkLst>
            <pc:docMk/>
            <pc:sldMk cId="3727953304" sldId="260"/>
            <ac:picMk id="1042" creationId="{08F5C268-58F0-3310-7A8B-E63FB18C5FFA}"/>
          </ac:picMkLst>
        </pc:picChg>
        <pc:picChg chg="add mod">
          <ac:chgData name="Claudio Brito Soto" userId="c5a544fb6cb7e854" providerId="LiveId" clId="{67CCEC60-2C77-4567-953D-60AF77ACC391}" dt="2025-08-28T11:46:14.665" v="174" actId="1076"/>
          <ac:picMkLst>
            <pc:docMk/>
            <pc:sldMk cId="3727953304" sldId="260"/>
            <ac:picMk id="1048" creationId="{7CA91637-458B-F8D7-40DD-DFF4691FE2CF}"/>
          </ac:picMkLst>
        </pc:picChg>
        <pc:picChg chg="add mod">
          <ac:chgData name="Claudio Brito Soto" userId="c5a544fb6cb7e854" providerId="LiveId" clId="{67CCEC60-2C77-4567-953D-60AF77ACC391}" dt="2025-08-28T11:46:38.906" v="178" actId="14100"/>
          <ac:picMkLst>
            <pc:docMk/>
            <pc:sldMk cId="3727953304" sldId="260"/>
            <ac:picMk id="1050" creationId="{9F092D7B-3E1C-C6B2-2DFE-5B20A71D54AF}"/>
          </ac:picMkLst>
        </pc:picChg>
      </pc:sldChg>
      <pc:sldChg chg="addSp delSp modSp new mod">
        <pc:chgData name="Claudio Brito Soto" userId="c5a544fb6cb7e854" providerId="LiveId" clId="{67CCEC60-2C77-4567-953D-60AF77ACC391}" dt="2025-08-28T19:01:23.095" v="416" actId="962"/>
        <pc:sldMkLst>
          <pc:docMk/>
          <pc:sldMk cId="424853352" sldId="261"/>
        </pc:sldMkLst>
        <pc:picChg chg="add mod">
          <ac:chgData name="Claudio Brito Soto" userId="c5a544fb6cb7e854" providerId="LiveId" clId="{67CCEC60-2C77-4567-953D-60AF77ACC391}" dt="2025-08-28T19:01:23.095" v="416" actId="962"/>
          <ac:picMkLst>
            <pc:docMk/>
            <pc:sldMk cId="424853352" sldId="261"/>
            <ac:picMk id="5" creationId="{431BDA6A-3B4E-A81A-B8DB-765929315AA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B592A6-9962-4DF6-B36E-05A85ACC5E27}" type="datetimeFigureOut">
              <a:rPr lang="es-CL" smtClean="0"/>
              <a:t>01-09-2025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C188DE-0F4B-4601-A0AB-48A5B8B61634}" type="slidenum">
              <a:rPr lang="es-CL" smtClean="0"/>
              <a:t>‹Nº›</a:t>
            </a:fld>
            <a:endParaRPr lang="es-CL"/>
          </a:p>
        </p:txBody>
      </p:sp>
    </p:spTree>
    <p:extLst>
      <p:ext uri="{BB962C8B-B14F-4D97-AF65-F5344CB8AC3E}">
        <p14:creationId xmlns:p14="http://schemas.microsoft.com/office/powerpoint/2010/main" val="3579243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 un sitio web donde los clientes de supermercados pueden comparar mas fácilmente los productos en el supermercado</a:t>
            </a:r>
          </a:p>
          <a:p>
            <a:r>
              <a:rPr lang="es-ES" dirty="0"/>
              <a:t>Contempla el instante de la compra gracias al comparador de precios</a:t>
            </a:r>
          </a:p>
          <a:p>
            <a:r>
              <a:rPr lang="es-ES" dirty="0"/>
              <a:t>Antes de la compra gracias a las listas de compras</a:t>
            </a:r>
          </a:p>
          <a:p>
            <a:r>
              <a:rPr lang="es-ES" dirty="0"/>
              <a:t>Y después de la compra gracias al historial</a:t>
            </a:r>
          </a:p>
          <a:p>
            <a:r>
              <a:rPr lang="es-ES" dirty="0"/>
              <a:t>La información dada por los usuarios ayuda a mejorar la experiencia de los mismos gracias al entrenamiento de modelos de datos</a:t>
            </a:r>
            <a:endParaRPr lang="es-CL" dirty="0"/>
          </a:p>
        </p:txBody>
      </p:sp>
      <p:sp>
        <p:nvSpPr>
          <p:cNvPr id="4" name="Marcador de número de diapositiva 3"/>
          <p:cNvSpPr>
            <a:spLocks noGrp="1"/>
          </p:cNvSpPr>
          <p:nvPr>
            <p:ph type="sldNum" sz="quarter" idx="5"/>
          </p:nvPr>
        </p:nvSpPr>
        <p:spPr/>
        <p:txBody>
          <a:bodyPr/>
          <a:lstStyle/>
          <a:p>
            <a:fld id="{8EC188DE-0F4B-4601-A0AB-48A5B8B61634}" type="slidenum">
              <a:rPr lang="es-CL" smtClean="0"/>
              <a:t>2</a:t>
            </a:fld>
            <a:endParaRPr lang="es-CL"/>
          </a:p>
        </p:txBody>
      </p:sp>
    </p:spTree>
    <p:extLst>
      <p:ext uri="{BB962C8B-B14F-4D97-AF65-F5344CB8AC3E}">
        <p14:creationId xmlns:p14="http://schemas.microsoft.com/office/powerpoint/2010/main" val="2318538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Las personas cada vez van mas al supermercado  presencialmente, comprando menos volumen de cosas. Además, la inflación está peor controlada que nunca, por lo que controlar bien lo que se compra y el aumento de precios es clave</a:t>
            </a:r>
            <a:endParaRPr lang="es-CL" dirty="0"/>
          </a:p>
        </p:txBody>
      </p:sp>
      <p:sp>
        <p:nvSpPr>
          <p:cNvPr id="4" name="Marcador de número de diapositiva 3"/>
          <p:cNvSpPr>
            <a:spLocks noGrp="1"/>
          </p:cNvSpPr>
          <p:nvPr>
            <p:ph type="sldNum" sz="quarter" idx="5"/>
          </p:nvPr>
        </p:nvSpPr>
        <p:spPr/>
        <p:txBody>
          <a:bodyPr/>
          <a:lstStyle/>
          <a:p>
            <a:fld id="{8EC188DE-0F4B-4601-A0AB-48A5B8B61634}" type="slidenum">
              <a:rPr lang="es-CL" smtClean="0"/>
              <a:t>3</a:t>
            </a:fld>
            <a:endParaRPr lang="es-CL"/>
          </a:p>
        </p:txBody>
      </p:sp>
    </p:spTree>
    <p:extLst>
      <p:ext uri="{BB962C8B-B14F-4D97-AF65-F5344CB8AC3E}">
        <p14:creationId xmlns:p14="http://schemas.microsoft.com/office/powerpoint/2010/main" val="1811240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SE EXPLICA A SI MISMO</a:t>
            </a:r>
            <a:endParaRPr lang="es-CL" dirty="0"/>
          </a:p>
        </p:txBody>
      </p:sp>
      <p:sp>
        <p:nvSpPr>
          <p:cNvPr id="4" name="Marcador de número de diapositiva 3"/>
          <p:cNvSpPr>
            <a:spLocks noGrp="1"/>
          </p:cNvSpPr>
          <p:nvPr>
            <p:ph type="sldNum" sz="quarter" idx="5"/>
          </p:nvPr>
        </p:nvSpPr>
        <p:spPr/>
        <p:txBody>
          <a:bodyPr/>
          <a:lstStyle/>
          <a:p>
            <a:fld id="{8EC188DE-0F4B-4601-A0AB-48A5B8B61634}" type="slidenum">
              <a:rPr lang="es-CL" smtClean="0"/>
              <a:t>4</a:t>
            </a:fld>
            <a:endParaRPr lang="es-CL"/>
          </a:p>
        </p:txBody>
      </p:sp>
    </p:spTree>
    <p:extLst>
      <p:ext uri="{BB962C8B-B14F-4D97-AF65-F5344CB8AC3E}">
        <p14:creationId xmlns:p14="http://schemas.microsoft.com/office/powerpoint/2010/main" val="3751327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Igual cada una </a:t>
            </a:r>
            <a:r>
              <a:rPr lang="es-ES"/>
              <a:t>se explica por si sola</a:t>
            </a:r>
            <a:endParaRPr lang="es-CL"/>
          </a:p>
        </p:txBody>
      </p:sp>
      <p:sp>
        <p:nvSpPr>
          <p:cNvPr id="4" name="Marcador de número de diapositiva 3"/>
          <p:cNvSpPr>
            <a:spLocks noGrp="1"/>
          </p:cNvSpPr>
          <p:nvPr>
            <p:ph type="sldNum" sz="quarter" idx="5"/>
          </p:nvPr>
        </p:nvSpPr>
        <p:spPr/>
        <p:txBody>
          <a:bodyPr/>
          <a:lstStyle/>
          <a:p>
            <a:fld id="{8EC188DE-0F4B-4601-A0AB-48A5B8B61634}" type="slidenum">
              <a:rPr lang="es-CL" smtClean="0"/>
              <a:t>5</a:t>
            </a:fld>
            <a:endParaRPr lang="es-CL"/>
          </a:p>
        </p:txBody>
      </p:sp>
    </p:spTree>
    <p:extLst>
      <p:ext uri="{BB962C8B-B14F-4D97-AF65-F5344CB8AC3E}">
        <p14:creationId xmlns:p14="http://schemas.microsoft.com/office/powerpoint/2010/main" val="312425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579D6F-4CE8-F674-7627-F78173F52D7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D1A31C7D-6E6D-C6B6-CEE1-7E618EC66C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9A415773-091A-303A-6A3B-D5566DD895AB}"/>
              </a:ext>
            </a:extLst>
          </p:cNvPr>
          <p:cNvSpPr>
            <a:spLocks noGrp="1"/>
          </p:cNvSpPr>
          <p:nvPr>
            <p:ph type="dt" sz="half" idx="10"/>
          </p:nvPr>
        </p:nvSpPr>
        <p:spPr/>
        <p:txBody>
          <a:bodyPr/>
          <a:lstStyle/>
          <a:p>
            <a:fld id="{2620088C-FE5C-437B-A61E-0F8C1A963479}" type="datetimeFigureOut">
              <a:rPr lang="es-CL" smtClean="0"/>
              <a:t>01-09-2025</a:t>
            </a:fld>
            <a:endParaRPr lang="es-CL"/>
          </a:p>
        </p:txBody>
      </p:sp>
      <p:sp>
        <p:nvSpPr>
          <p:cNvPr id="5" name="Marcador de pie de página 4">
            <a:extLst>
              <a:ext uri="{FF2B5EF4-FFF2-40B4-BE49-F238E27FC236}">
                <a16:creationId xmlns:a16="http://schemas.microsoft.com/office/drawing/2014/main" id="{59D5A65C-3E0B-0F94-3092-5E3BFC2C206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CED8911-C1BA-87FC-40EE-8324411061DA}"/>
              </a:ext>
            </a:extLst>
          </p:cNvPr>
          <p:cNvSpPr>
            <a:spLocks noGrp="1"/>
          </p:cNvSpPr>
          <p:nvPr>
            <p:ph type="sldNum" sz="quarter" idx="12"/>
          </p:nvPr>
        </p:nvSpPr>
        <p:spPr/>
        <p:txBody>
          <a:bodyPr/>
          <a:lstStyle/>
          <a:p>
            <a:fld id="{EA4E0FE0-0DEB-486A-AE90-0C09E5BE3106}" type="slidenum">
              <a:rPr lang="es-CL" smtClean="0"/>
              <a:t>‹Nº›</a:t>
            </a:fld>
            <a:endParaRPr lang="es-CL"/>
          </a:p>
        </p:txBody>
      </p:sp>
    </p:spTree>
    <p:extLst>
      <p:ext uri="{BB962C8B-B14F-4D97-AF65-F5344CB8AC3E}">
        <p14:creationId xmlns:p14="http://schemas.microsoft.com/office/powerpoint/2010/main" val="2080034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24707C-C0E3-0CDF-B1C7-49965F3D225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4A045C8F-6C00-183C-4888-FD36EDE5E61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1BBEC933-D272-770F-28F7-78DE6154E4B5}"/>
              </a:ext>
            </a:extLst>
          </p:cNvPr>
          <p:cNvSpPr>
            <a:spLocks noGrp="1"/>
          </p:cNvSpPr>
          <p:nvPr>
            <p:ph type="dt" sz="half" idx="10"/>
          </p:nvPr>
        </p:nvSpPr>
        <p:spPr/>
        <p:txBody>
          <a:bodyPr/>
          <a:lstStyle/>
          <a:p>
            <a:fld id="{2620088C-FE5C-437B-A61E-0F8C1A963479}" type="datetimeFigureOut">
              <a:rPr lang="es-CL" smtClean="0"/>
              <a:t>01-09-2025</a:t>
            </a:fld>
            <a:endParaRPr lang="es-CL"/>
          </a:p>
        </p:txBody>
      </p:sp>
      <p:sp>
        <p:nvSpPr>
          <p:cNvPr id="5" name="Marcador de pie de página 4">
            <a:extLst>
              <a:ext uri="{FF2B5EF4-FFF2-40B4-BE49-F238E27FC236}">
                <a16:creationId xmlns:a16="http://schemas.microsoft.com/office/drawing/2014/main" id="{016775C5-4DAC-B420-A23D-0654ECADDF8A}"/>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89E647E-96F9-66EB-FCE5-BDB301B5D439}"/>
              </a:ext>
            </a:extLst>
          </p:cNvPr>
          <p:cNvSpPr>
            <a:spLocks noGrp="1"/>
          </p:cNvSpPr>
          <p:nvPr>
            <p:ph type="sldNum" sz="quarter" idx="12"/>
          </p:nvPr>
        </p:nvSpPr>
        <p:spPr/>
        <p:txBody>
          <a:bodyPr/>
          <a:lstStyle/>
          <a:p>
            <a:fld id="{EA4E0FE0-0DEB-486A-AE90-0C09E5BE3106}" type="slidenum">
              <a:rPr lang="es-CL" smtClean="0"/>
              <a:t>‹Nº›</a:t>
            </a:fld>
            <a:endParaRPr lang="es-CL"/>
          </a:p>
        </p:txBody>
      </p:sp>
    </p:spTree>
    <p:extLst>
      <p:ext uri="{BB962C8B-B14F-4D97-AF65-F5344CB8AC3E}">
        <p14:creationId xmlns:p14="http://schemas.microsoft.com/office/powerpoint/2010/main" val="171407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023BF1-F622-7851-8F52-5CD632BECD0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8EAE6378-AAE4-1871-ED74-54FBF17543F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AEE0228-84E5-0F0E-005F-7EDB87E41970}"/>
              </a:ext>
            </a:extLst>
          </p:cNvPr>
          <p:cNvSpPr>
            <a:spLocks noGrp="1"/>
          </p:cNvSpPr>
          <p:nvPr>
            <p:ph type="dt" sz="half" idx="10"/>
          </p:nvPr>
        </p:nvSpPr>
        <p:spPr/>
        <p:txBody>
          <a:bodyPr/>
          <a:lstStyle/>
          <a:p>
            <a:fld id="{2620088C-FE5C-437B-A61E-0F8C1A963479}" type="datetimeFigureOut">
              <a:rPr lang="es-CL" smtClean="0"/>
              <a:t>01-09-2025</a:t>
            </a:fld>
            <a:endParaRPr lang="es-CL"/>
          </a:p>
        </p:txBody>
      </p:sp>
      <p:sp>
        <p:nvSpPr>
          <p:cNvPr id="5" name="Marcador de pie de página 4">
            <a:extLst>
              <a:ext uri="{FF2B5EF4-FFF2-40B4-BE49-F238E27FC236}">
                <a16:creationId xmlns:a16="http://schemas.microsoft.com/office/drawing/2014/main" id="{C1174D7B-03E3-5478-AE4E-D9994057399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1465CE19-6E94-56A6-EA86-D11CA2445337}"/>
              </a:ext>
            </a:extLst>
          </p:cNvPr>
          <p:cNvSpPr>
            <a:spLocks noGrp="1"/>
          </p:cNvSpPr>
          <p:nvPr>
            <p:ph type="sldNum" sz="quarter" idx="12"/>
          </p:nvPr>
        </p:nvSpPr>
        <p:spPr/>
        <p:txBody>
          <a:bodyPr/>
          <a:lstStyle/>
          <a:p>
            <a:fld id="{EA4E0FE0-0DEB-486A-AE90-0C09E5BE3106}" type="slidenum">
              <a:rPr lang="es-CL" smtClean="0"/>
              <a:t>‹Nº›</a:t>
            </a:fld>
            <a:endParaRPr lang="es-CL"/>
          </a:p>
        </p:txBody>
      </p:sp>
    </p:spTree>
    <p:extLst>
      <p:ext uri="{BB962C8B-B14F-4D97-AF65-F5344CB8AC3E}">
        <p14:creationId xmlns:p14="http://schemas.microsoft.com/office/powerpoint/2010/main" val="1239309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F9D388-FC8A-7824-1D44-7E3F0D7C4C57}"/>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67A28F4-FC1E-9756-12BF-1A23D09FA73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26FA2D4F-2CC6-B535-9BF2-41470086B1E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C115A59E-2B45-F064-FDFC-3CF977306C30}"/>
              </a:ext>
            </a:extLst>
          </p:cNvPr>
          <p:cNvSpPr>
            <a:spLocks noGrp="1"/>
          </p:cNvSpPr>
          <p:nvPr>
            <p:ph type="dt" sz="half" idx="10"/>
          </p:nvPr>
        </p:nvSpPr>
        <p:spPr/>
        <p:txBody>
          <a:bodyPr/>
          <a:lstStyle/>
          <a:p>
            <a:fld id="{2620088C-FE5C-437B-A61E-0F8C1A963479}" type="datetimeFigureOut">
              <a:rPr lang="es-CL" smtClean="0"/>
              <a:t>01-09-2025</a:t>
            </a:fld>
            <a:endParaRPr lang="es-CL"/>
          </a:p>
        </p:txBody>
      </p:sp>
      <p:sp>
        <p:nvSpPr>
          <p:cNvPr id="6" name="Marcador de pie de página 5">
            <a:extLst>
              <a:ext uri="{FF2B5EF4-FFF2-40B4-BE49-F238E27FC236}">
                <a16:creationId xmlns:a16="http://schemas.microsoft.com/office/drawing/2014/main" id="{99E2E4E6-C0DC-FEF0-7D80-19723E132632}"/>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1B0760D2-30C8-D353-01B0-0B6EEAF3225C}"/>
              </a:ext>
            </a:extLst>
          </p:cNvPr>
          <p:cNvSpPr>
            <a:spLocks noGrp="1"/>
          </p:cNvSpPr>
          <p:nvPr>
            <p:ph type="sldNum" sz="quarter" idx="12"/>
          </p:nvPr>
        </p:nvSpPr>
        <p:spPr/>
        <p:txBody>
          <a:bodyPr/>
          <a:lstStyle/>
          <a:p>
            <a:fld id="{EA4E0FE0-0DEB-486A-AE90-0C09E5BE3106}" type="slidenum">
              <a:rPr lang="es-CL" smtClean="0"/>
              <a:t>‹Nº›</a:t>
            </a:fld>
            <a:endParaRPr lang="es-CL"/>
          </a:p>
        </p:txBody>
      </p:sp>
    </p:spTree>
    <p:extLst>
      <p:ext uri="{BB962C8B-B14F-4D97-AF65-F5344CB8AC3E}">
        <p14:creationId xmlns:p14="http://schemas.microsoft.com/office/powerpoint/2010/main" val="379234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7F20E6-6812-9658-8CA8-6F610BC3F18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8061B68D-1CC8-3B18-A2FB-B54D91D28E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38D759B-F1CB-7D15-CC39-C21CD442579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16E5396A-003B-DD63-E204-839B429072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3151A9A-2571-1546-38D6-FDD38250C52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DD32897B-522F-187F-95EF-FA08AD0AE8F8}"/>
              </a:ext>
            </a:extLst>
          </p:cNvPr>
          <p:cNvSpPr>
            <a:spLocks noGrp="1"/>
          </p:cNvSpPr>
          <p:nvPr>
            <p:ph type="dt" sz="half" idx="10"/>
          </p:nvPr>
        </p:nvSpPr>
        <p:spPr/>
        <p:txBody>
          <a:bodyPr/>
          <a:lstStyle/>
          <a:p>
            <a:fld id="{2620088C-FE5C-437B-A61E-0F8C1A963479}" type="datetimeFigureOut">
              <a:rPr lang="es-CL" smtClean="0"/>
              <a:t>01-09-2025</a:t>
            </a:fld>
            <a:endParaRPr lang="es-CL"/>
          </a:p>
        </p:txBody>
      </p:sp>
      <p:sp>
        <p:nvSpPr>
          <p:cNvPr id="8" name="Marcador de pie de página 7">
            <a:extLst>
              <a:ext uri="{FF2B5EF4-FFF2-40B4-BE49-F238E27FC236}">
                <a16:creationId xmlns:a16="http://schemas.microsoft.com/office/drawing/2014/main" id="{A5FFBC66-5795-8C59-A676-6FE75070125A}"/>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7631AACC-D0BE-75CA-B920-8656BEB11A1B}"/>
              </a:ext>
            </a:extLst>
          </p:cNvPr>
          <p:cNvSpPr>
            <a:spLocks noGrp="1"/>
          </p:cNvSpPr>
          <p:nvPr>
            <p:ph type="sldNum" sz="quarter" idx="12"/>
          </p:nvPr>
        </p:nvSpPr>
        <p:spPr/>
        <p:txBody>
          <a:bodyPr/>
          <a:lstStyle/>
          <a:p>
            <a:fld id="{EA4E0FE0-0DEB-486A-AE90-0C09E5BE3106}" type="slidenum">
              <a:rPr lang="es-CL" smtClean="0"/>
              <a:t>‹Nº›</a:t>
            </a:fld>
            <a:endParaRPr lang="es-CL"/>
          </a:p>
        </p:txBody>
      </p:sp>
    </p:spTree>
    <p:extLst>
      <p:ext uri="{BB962C8B-B14F-4D97-AF65-F5344CB8AC3E}">
        <p14:creationId xmlns:p14="http://schemas.microsoft.com/office/powerpoint/2010/main" val="1472734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4D6F35-F355-A317-8CBB-7DFA9213BB7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922E3706-17F2-F4F1-8640-16B40D0B79F2}"/>
              </a:ext>
            </a:extLst>
          </p:cNvPr>
          <p:cNvSpPr>
            <a:spLocks noGrp="1"/>
          </p:cNvSpPr>
          <p:nvPr>
            <p:ph type="dt" sz="half" idx="10"/>
          </p:nvPr>
        </p:nvSpPr>
        <p:spPr/>
        <p:txBody>
          <a:bodyPr/>
          <a:lstStyle/>
          <a:p>
            <a:fld id="{2620088C-FE5C-437B-A61E-0F8C1A963479}" type="datetimeFigureOut">
              <a:rPr lang="es-CL" smtClean="0"/>
              <a:t>01-09-2025</a:t>
            </a:fld>
            <a:endParaRPr lang="es-CL"/>
          </a:p>
        </p:txBody>
      </p:sp>
      <p:sp>
        <p:nvSpPr>
          <p:cNvPr id="4" name="Marcador de pie de página 3">
            <a:extLst>
              <a:ext uri="{FF2B5EF4-FFF2-40B4-BE49-F238E27FC236}">
                <a16:creationId xmlns:a16="http://schemas.microsoft.com/office/drawing/2014/main" id="{C8666FDD-C221-5DAC-377B-C2E451E714F1}"/>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66DDC2D4-BAB7-E431-AA7D-EDEBCB84DD92}"/>
              </a:ext>
            </a:extLst>
          </p:cNvPr>
          <p:cNvSpPr>
            <a:spLocks noGrp="1"/>
          </p:cNvSpPr>
          <p:nvPr>
            <p:ph type="sldNum" sz="quarter" idx="12"/>
          </p:nvPr>
        </p:nvSpPr>
        <p:spPr/>
        <p:txBody>
          <a:bodyPr/>
          <a:lstStyle/>
          <a:p>
            <a:fld id="{EA4E0FE0-0DEB-486A-AE90-0C09E5BE3106}" type="slidenum">
              <a:rPr lang="es-CL" smtClean="0"/>
              <a:t>‹Nº›</a:t>
            </a:fld>
            <a:endParaRPr lang="es-CL"/>
          </a:p>
        </p:txBody>
      </p:sp>
    </p:spTree>
    <p:extLst>
      <p:ext uri="{BB962C8B-B14F-4D97-AF65-F5344CB8AC3E}">
        <p14:creationId xmlns:p14="http://schemas.microsoft.com/office/powerpoint/2010/main" val="1781334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5584C5D-562D-72A3-008F-60EE2A53CADF}"/>
              </a:ext>
            </a:extLst>
          </p:cNvPr>
          <p:cNvSpPr>
            <a:spLocks noGrp="1"/>
          </p:cNvSpPr>
          <p:nvPr>
            <p:ph type="dt" sz="half" idx="10"/>
          </p:nvPr>
        </p:nvSpPr>
        <p:spPr/>
        <p:txBody>
          <a:bodyPr/>
          <a:lstStyle/>
          <a:p>
            <a:fld id="{2620088C-FE5C-437B-A61E-0F8C1A963479}" type="datetimeFigureOut">
              <a:rPr lang="es-CL" smtClean="0"/>
              <a:t>01-09-2025</a:t>
            </a:fld>
            <a:endParaRPr lang="es-CL"/>
          </a:p>
        </p:txBody>
      </p:sp>
      <p:sp>
        <p:nvSpPr>
          <p:cNvPr id="3" name="Marcador de pie de página 2">
            <a:extLst>
              <a:ext uri="{FF2B5EF4-FFF2-40B4-BE49-F238E27FC236}">
                <a16:creationId xmlns:a16="http://schemas.microsoft.com/office/drawing/2014/main" id="{CE9AA556-4200-DD5C-4E6A-36F63BBF7090}"/>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92C9336E-0E8F-F40B-1870-1C017C9D840E}"/>
              </a:ext>
            </a:extLst>
          </p:cNvPr>
          <p:cNvSpPr>
            <a:spLocks noGrp="1"/>
          </p:cNvSpPr>
          <p:nvPr>
            <p:ph type="sldNum" sz="quarter" idx="12"/>
          </p:nvPr>
        </p:nvSpPr>
        <p:spPr/>
        <p:txBody>
          <a:bodyPr/>
          <a:lstStyle/>
          <a:p>
            <a:fld id="{EA4E0FE0-0DEB-486A-AE90-0C09E5BE3106}" type="slidenum">
              <a:rPr lang="es-CL" smtClean="0"/>
              <a:t>‹Nº›</a:t>
            </a:fld>
            <a:endParaRPr lang="es-CL"/>
          </a:p>
        </p:txBody>
      </p:sp>
    </p:spTree>
    <p:extLst>
      <p:ext uri="{BB962C8B-B14F-4D97-AF65-F5344CB8AC3E}">
        <p14:creationId xmlns:p14="http://schemas.microsoft.com/office/powerpoint/2010/main" val="3606578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7292DB-58A3-9111-9597-C96CEFD2964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C0A45E1-0743-F6C2-66C9-58C2F7701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AA16DA20-FF6E-12A7-9537-D07A433C3F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63F5A9C-0310-004E-B1BE-066443B30512}"/>
              </a:ext>
            </a:extLst>
          </p:cNvPr>
          <p:cNvSpPr>
            <a:spLocks noGrp="1"/>
          </p:cNvSpPr>
          <p:nvPr>
            <p:ph type="dt" sz="half" idx="10"/>
          </p:nvPr>
        </p:nvSpPr>
        <p:spPr/>
        <p:txBody>
          <a:bodyPr/>
          <a:lstStyle/>
          <a:p>
            <a:fld id="{2620088C-FE5C-437B-A61E-0F8C1A963479}" type="datetimeFigureOut">
              <a:rPr lang="es-CL" smtClean="0"/>
              <a:t>01-09-2025</a:t>
            </a:fld>
            <a:endParaRPr lang="es-CL"/>
          </a:p>
        </p:txBody>
      </p:sp>
      <p:sp>
        <p:nvSpPr>
          <p:cNvPr id="6" name="Marcador de pie de página 5">
            <a:extLst>
              <a:ext uri="{FF2B5EF4-FFF2-40B4-BE49-F238E27FC236}">
                <a16:creationId xmlns:a16="http://schemas.microsoft.com/office/drawing/2014/main" id="{43AEDEBF-5B8D-2E0A-DBF9-54228A3450B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43399DD9-C7CC-261F-AF8B-3479C037263F}"/>
              </a:ext>
            </a:extLst>
          </p:cNvPr>
          <p:cNvSpPr>
            <a:spLocks noGrp="1"/>
          </p:cNvSpPr>
          <p:nvPr>
            <p:ph type="sldNum" sz="quarter" idx="12"/>
          </p:nvPr>
        </p:nvSpPr>
        <p:spPr/>
        <p:txBody>
          <a:bodyPr/>
          <a:lstStyle/>
          <a:p>
            <a:fld id="{EA4E0FE0-0DEB-486A-AE90-0C09E5BE3106}" type="slidenum">
              <a:rPr lang="es-CL" smtClean="0"/>
              <a:t>‹Nº›</a:t>
            </a:fld>
            <a:endParaRPr lang="es-CL"/>
          </a:p>
        </p:txBody>
      </p:sp>
    </p:spTree>
    <p:extLst>
      <p:ext uri="{BB962C8B-B14F-4D97-AF65-F5344CB8AC3E}">
        <p14:creationId xmlns:p14="http://schemas.microsoft.com/office/powerpoint/2010/main" val="1038774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2CF87C-54B7-FC49-1808-8107C633C43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936023F5-74B6-76CE-B747-4D0F59FB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899EBCC6-178C-958B-5A5C-3BF8151193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07DB3C8-DD2D-5C50-748E-59E162CA34FC}"/>
              </a:ext>
            </a:extLst>
          </p:cNvPr>
          <p:cNvSpPr>
            <a:spLocks noGrp="1"/>
          </p:cNvSpPr>
          <p:nvPr>
            <p:ph type="dt" sz="half" idx="10"/>
          </p:nvPr>
        </p:nvSpPr>
        <p:spPr/>
        <p:txBody>
          <a:bodyPr/>
          <a:lstStyle/>
          <a:p>
            <a:fld id="{2620088C-FE5C-437B-A61E-0F8C1A963479}" type="datetimeFigureOut">
              <a:rPr lang="es-CL" smtClean="0"/>
              <a:t>01-09-2025</a:t>
            </a:fld>
            <a:endParaRPr lang="es-CL"/>
          </a:p>
        </p:txBody>
      </p:sp>
      <p:sp>
        <p:nvSpPr>
          <p:cNvPr id="6" name="Marcador de pie de página 5">
            <a:extLst>
              <a:ext uri="{FF2B5EF4-FFF2-40B4-BE49-F238E27FC236}">
                <a16:creationId xmlns:a16="http://schemas.microsoft.com/office/drawing/2014/main" id="{98335397-FA3E-88B1-D74A-4EDE8AF8032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BFBCA03E-97A9-E5F0-EC74-CE1ED7BCA9F3}"/>
              </a:ext>
            </a:extLst>
          </p:cNvPr>
          <p:cNvSpPr>
            <a:spLocks noGrp="1"/>
          </p:cNvSpPr>
          <p:nvPr>
            <p:ph type="sldNum" sz="quarter" idx="12"/>
          </p:nvPr>
        </p:nvSpPr>
        <p:spPr/>
        <p:txBody>
          <a:bodyPr/>
          <a:lstStyle/>
          <a:p>
            <a:fld id="{EA4E0FE0-0DEB-486A-AE90-0C09E5BE3106}" type="slidenum">
              <a:rPr lang="es-CL" smtClean="0"/>
              <a:t>‹Nº›</a:t>
            </a:fld>
            <a:endParaRPr lang="es-CL"/>
          </a:p>
        </p:txBody>
      </p:sp>
    </p:spTree>
    <p:extLst>
      <p:ext uri="{BB962C8B-B14F-4D97-AF65-F5344CB8AC3E}">
        <p14:creationId xmlns:p14="http://schemas.microsoft.com/office/powerpoint/2010/main" val="3267162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695239-5D6A-B190-95A2-C0F5351B1E34}"/>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4041E637-A01F-0FD6-4203-3BCA05A7F86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BEAE763-3FDF-2A33-BE00-0B4AD5D966FD}"/>
              </a:ext>
            </a:extLst>
          </p:cNvPr>
          <p:cNvSpPr>
            <a:spLocks noGrp="1"/>
          </p:cNvSpPr>
          <p:nvPr>
            <p:ph type="dt" sz="half" idx="10"/>
          </p:nvPr>
        </p:nvSpPr>
        <p:spPr/>
        <p:txBody>
          <a:bodyPr/>
          <a:lstStyle/>
          <a:p>
            <a:fld id="{2620088C-FE5C-437B-A61E-0F8C1A963479}" type="datetimeFigureOut">
              <a:rPr lang="es-CL" smtClean="0"/>
              <a:t>01-09-2025</a:t>
            </a:fld>
            <a:endParaRPr lang="es-CL"/>
          </a:p>
        </p:txBody>
      </p:sp>
      <p:sp>
        <p:nvSpPr>
          <p:cNvPr id="5" name="Marcador de pie de página 4">
            <a:extLst>
              <a:ext uri="{FF2B5EF4-FFF2-40B4-BE49-F238E27FC236}">
                <a16:creationId xmlns:a16="http://schemas.microsoft.com/office/drawing/2014/main" id="{0174DEAC-E40F-FD59-F8AC-2399742A3C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9C65061C-D88A-DA2C-C92F-B05F10280D2E}"/>
              </a:ext>
            </a:extLst>
          </p:cNvPr>
          <p:cNvSpPr>
            <a:spLocks noGrp="1"/>
          </p:cNvSpPr>
          <p:nvPr>
            <p:ph type="sldNum" sz="quarter" idx="12"/>
          </p:nvPr>
        </p:nvSpPr>
        <p:spPr/>
        <p:txBody>
          <a:bodyPr/>
          <a:lstStyle/>
          <a:p>
            <a:fld id="{EA4E0FE0-0DEB-486A-AE90-0C09E5BE3106}" type="slidenum">
              <a:rPr lang="es-CL" smtClean="0"/>
              <a:t>‹Nº›</a:t>
            </a:fld>
            <a:endParaRPr lang="es-CL"/>
          </a:p>
        </p:txBody>
      </p:sp>
    </p:spTree>
    <p:extLst>
      <p:ext uri="{BB962C8B-B14F-4D97-AF65-F5344CB8AC3E}">
        <p14:creationId xmlns:p14="http://schemas.microsoft.com/office/powerpoint/2010/main" val="2366612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3BE9758-53D5-9748-735B-1BD1F6463FA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D78EA88E-5E72-195B-B67B-B08843DDF1D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8B27824F-49D2-2BA0-3595-09ACACFB9C0B}"/>
              </a:ext>
            </a:extLst>
          </p:cNvPr>
          <p:cNvSpPr>
            <a:spLocks noGrp="1"/>
          </p:cNvSpPr>
          <p:nvPr>
            <p:ph type="dt" sz="half" idx="10"/>
          </p:nvPr>
        </p:nvSpPr>
        <p:spPr/>
        <p:txBody>
          <a:bodyPr/>
          <a:lstStyle/>
          <a:p>
            <a:fld id="{2620088C-FE5C-437B-A61E-0F8C1A963479}" type="datetimeFigureOut">
              <a:rPr lang="es-CL" smtClean="0"/>
              <a:t>01-09-2025</a:t>
            </a:fld>
            <a:endParaRPr lang="es-CL"/>
          </a:p>
        </p:txBody>
      </p:sp>
      <p:sp>
        <p:nvSpPr>
          <p:cNvPr id="5" name="Marcador de pie de página 4">
            <a:extLst>
              <a:ext uri="{FF2B5EF4-FFF2-40B4-BE49-F238E27FC236}">
                <a16:creationId xmlns:a16="http://schemas.microsoft.com/office/drawing/2014/main" id="{72D94918-1FD3-3687-FC44-A99B8F21E034}"/>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ED8CFAF-E019-5B5B-B769-23176FE0EDF1}"/>
              </a:ext>
            </a:extLst>
          </p:cNvPr>
          <p:cNvSpPr>
            <a:spLocks noGrp="1"/>
          </p:cNvSpPr>
          <p:nvPr>
            <p:ph type="sldNum" sz="quarter" idx="12"/>
          </p:nvPr>
        </p:nvSpPr>
        <p:spPr/>
        <p:txBody>
          <a:bodyPr/>
          <a:lstStyle/>
          <a:p>
            <a:fld id="{EA4E0FE0-0DEB-486A-AE90-0C09E5BE3106}" type="slidenum">
              <a:rPr lang="es-CL" smtClean="0"/>
              <a:t>‹Nº›</a:t>
            </a:fld>
            <a:endParaRPr lang="es-CL"/>
          </a:p>
        </p:txBody>
      </p:sp>
    </p:spTree>
    <p:extLst>
      <p:ext uri="{BB962C8B-B14F-4D97-AF65-F5344CB8AC3E}">
        <p14:creationId xmlns:p14="http://schemas.microsoft.com/office/powerpoint/2010/main" val="1365582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C5B6842-8A5E-AF93-84C0-B10813101E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462378BC-F37D-3A62-F33B-DEF40704C1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E8F2C524-6AED-AE5D-1B0D-0F3ABD1475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20088C-FE5C-437B-A61E-0F8C1A963479}" type="datetimeFigureOut">
              <a:rPr lang="es-CL" smtClean="0"/>
              <a:t>01-09-2025</a:t>
            </a:fld>
            <a:endParaRPr lang="es-CL"/>
          </a:p>
        </p:txBody>
      </p:sp>
      <p:sp>
        <p:nvSpPr>
          <p:cNvPr id="5" name="Marcador de pie de página 4">
            <a:extLst>
              <a:ext uri="{FF2B5EF4-FFF2-40B4-BE49-F238E27FC236}">
                <a16:creationId xmlns:a16="http://schemas.microsoft.com/office/drawing/2014/main" id="{2727BFFB-A988-735D-953C-6EEB1CCEDF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3EF375B0-0993-CCB7-79EA-A89A4CFF7E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4E0FE0-0DEB-486A-AE90-0C09E5BE3106}" type="slidenum">
              <a:rPr lang="es-CL" smtClean="0"/>
              <a:t>‹Nº›</a:t>
            </a:fld>
            <a:endParaRPr lang="es-CL"/>
          </a:p>
        </p:txBody>
      </p:sp>
    </p:spTree>
    <p:extLst>
      <p:ext uri="{BB962C8B-B14F-4D97-AF65-F5344CB8AC3E}">
        <p14:creationId xmlns:p14="http://schemas.microsoft.com/office/powerpoint/2010/main" val="964394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eg"/><Relationship Id="rId7" Type="http://schemas.openxmlformats.org/officeDocument/2006/relationships/image" Target="../media/image11.png"/><Relationship Id="rId12"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jpe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6C0EC5-CAC9-5A07-7B15-9F5EDF275CCE}"/>
              </a:ext>
            </a:extLst>
          </p:cNvPr>
          <p:cNvSpPr>
            <a:spLocks noGrp="1"/>
          </p:cNvSpPr>
          <p:nvPr>
            <p:ph type="ctrTitle"/>
          </p:nvPr>
        </p:nvSpPr>
        <p:spPr/>
        <p:txBody>
          <a:bodyPr/>
          <a:lstStyle/>
          <a:p>
            <a:r>
              <a:rPr lang="es-ES" dirty="0"/>
              <a:t>CompraRata</a:t>
            </a:r>
            <a:endParaRPr lang="es-CL" dirty="0"/>
          </a:p>
        </p:txBody>
      </p:sp>
      <p:sp>
        <p:nvSpPr>
          <p:cNvPr id="3" name="Subtítulo 2">
            <a:extLst>
              <a:ext uri="{FF2B5EF4-FFF2-40B4-BE49-F238E27FC236}">
                <a16:creationId xmlns:a16="http://schemas.microsoft.com/office/drawing/2014/main" id="{52A28D33-D473-3499-4DF8-4ECDF4F4C659}"/>
              </a:ext>
            </a:extLst>
          </p:cNvPr>
          <p:cNvSpPr>
            <a:spLocks noGrp="1"/>
          </p:cNvSpPr>
          <p:nvPr>
            <p:ph type="subTitle" idx="1"/>
          </p:nvPr>
        </p:nvSpPr>
        <p:spPr/>
        <p:txBody>
          <a:bodyPr/>
          <a:lstStyle/>
          <a:p>
            <a:endParaRPr lang="es-CL"/>
          </a:p>
        </p:txBody>
      </p:sp>
    </p:spTree>
    <p:extLst>
      <p:ext uri="{BB962C8B-B14F-4D97-AF65-F5344CB8AC3E}">
        <p14:creationId xmlns:p14="http://schemas.microsoft.com/office/powerpoint/2010/main" val="1878804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2000"/>
            <a:lum/>
          </a:blip>
          <a:srcRect/>
          <a:stretch>
            <a:fillRect t="-9000" b="-9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9ADD46-B7D5-2664-D2C1-E1B70BD26A4E}"/>
              </a:ext>
            </a:extLst>
          </p:cNvPr>
          <p:cNvSpPr>
            <a:spLocks noGrp="1"/>
          </p:cNvSpPr>
          <p:nvPr>
            <p:ph type="title"/>
          </p:nvPr>
        </p:nvSpPr>
        <p:spPr/>
        <p:txBody>
          <a:bodyPr/>
          <a:lstStyle/>
          <a:p>
            <a:r>
              <a:rPr lang="es-ES" dirty="0"/>
              <a:t>¿Qué es CompraRata?</a:t>
            </a:r>
            <a:endParaRPr lang="es-CL" dirty="0"/>
          </a:p>
        </p:txBody>
      </p:sp>
      <p:sp>
        <p:nvSpPr>
          <p:cNvPr id="3" name="Marcador de contenido 2">
            <a:extLst>
              <a:ext uri="{FF2B5EF4-FFF2-40B4-BE49-F238E27FC236}">
                <a16:creationId xmlns:a16="http://schemas.microsoft.com/office/drawing/2014/main" id="{28D0AEBB-18BB-D0A6-7111-2CC9EF3DE079}"/>
              </a:ext>
            </a:extLst>
          </p:cNvPr>
          <p:cNvSpPr>
            <a:spLocks noGrp="1"/>
          </p:cNvSpPr>
          <p:nvPr>
            <p:ph idx="1"/>
          </p:nvPr>
        </p:nvSpPr>
        <p:spPr/>
        <p:txBody>
          <a:bodyPr/>
          <a:lstStyle/>
          <a:p>
            <a:r>
              <a:rPr lang="es-ES" dirty="0"/>
              <a:t>Solución web</a:t>
            </a:r>
          </a:p>
          <a:p>
            <a:r>
              <a:rPr lang="es-ES" dirty="0"/>
              <a:t>Comparar precios</a:t>
            </a:r>
          </a:p>
          <a:p>
            <a:r>
              <a:rPr lang="es-ES" dirty="0"/>
              <a:t>Preparar compras</a:t>
            </a:r>
          </a:p>
          <a:p>
            <a:r>
              <a:rPr lang="es-ES" dirty="0"/>
              <a:t>Revisar historial de compras</a:t>
            </a:r>
          </a:p>
          <a:p>
            <a:r>
              <a:rPr lang="es-ES" dirty="0"/>
              <a:t>Impulsado por IA</a:t>
            </a:r>
            <a:endParaRPr lang="es-CL" dirty="0"/>
          </a:p>
        </p:txBody>
      </p:sp>
    </p:spTree>
    <p:extLst>
      <p:ext uri="{BB962C8B-B14F-4D97-AF65-F5344CB8AC3E}">
        <p14:creationId xmlns:p14="http://schemas.microsoft.com/office/powerpoint/2010/main" val="2765878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6000"/>
            <a:lum/>
          </a:blip>
          <a:srcRect/>
          <a:stretch>
            <a:fillRect t="-8000" b="-8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475E81-0440-D677-90F7-392268FDE22F}"/>
              </a:ext>
            </a:extLst>
          </p:cNvPr>
          <p:cNvSpPr>
            <a:spLocks noGrp="1"/>
          </p:cNvSpPr>
          <p:nvPr>
            <p:ph type="title"/>
          </p:nvPr>
        </p:nvSpPr>
        <p:spPr/>
        <p:txBody>
          <a:bodyPr/>
          <a:lstStyle/>
          <a:p>
            <a:r>
              <a:rPr lang="es-ES" dirty="0"/>
              <a:t>¿A quien le sirve?</a:t>
            </a:r>
            <a:endParaRPr lang="es-CL" dirty="0"/>
          </a:p>
        </p:txBody>
      </p:sp>
      <p:pic>
        <p:nvPicPr>
          <p:cNvPr id="5" name="Marcador de contenido 4">
            <a:extLst>
              <a:ext uri="{FF2B5EF4-FFF2-40B4-BE49-F238E27FC236}">
                <a16:creationId xmlns:a16="http://schemas.microsoft.com/office/drawing/2014/main" id="{C4071E22-4BA8-9BFD-0561-646D5FCFA15D}"/>
              </a:ext>
            </a:extLst>
          </p:cNvPr>
          <p:cNvPicPr>
            <a:picLocks noGrp="1" noChangeAspect="1"/>
          </p:cNvPicPr>
          <p:nvPr>
            <p:ph idx="1"/>
          </p:nvPr>
        </p:nvPicPr>
        <p:blipFill>
          <a:blip r:embed="rId4"/>
          <a:stretch>
            <a:fillRect/>
          </a:stretch>
        </p:blipFill>
        <p:spPr>
          <a:xfrm>
            <a:off x="2993303" y="1382351"/>
            <a:ext cx="5791393" cy="1074521"/>
          </a:xfrm>
          <a:prstGeom prst="rect">
            <a:avLst/>
          </a:prstGeom>
        </p:spPr>
      </p:pic>
      <p:pic>
        <p:nvPicPr>
          <p:cNvPr id="7" name="Imagen 6">
            <a:extLst>
              <a:ext uri="{FF2B5EF4-FFF2-40B4-BE49-F238E27FC236}">
                <a16:creationId xmlns:a16="http://schemas.microsoft.com/office/drawing/2014/main" id="{56072386-B168-DE92-9EEC-F0B8B425E751}"/>
              </a:ext>
            </a:extLst>
          </p:cNvPr>
          <p:cNvPicPr>
            <a:picLocks noChangeAspect="1"/>
          </p:cNvPicPr>
          <p:nvPr/>
        </p:nvPicPr>
        <p:blipFill>
          <a:blip r:embed="rId5"/>
          <a:stretch>
            <a:fillRect/>
          </a:stretch>
        </p:blipFill>
        <p:spPr>
          <a:xfrm>
            <a:off x="3328267" y="2707914"/>
            <a:ext cx="4873624" cy="3225015"/>
          </a:xfrm>
          <a:prstGeom prst="rect">
            <a:avLst/>
          </a:prstGeom>
        </p:spPr>
      </p:pic>
    </p:spTree>
    <p:extLst>
      <p:ext uri="{BB962C8B-B14F-4D97-AF65-F5344CB8AC3E}">
        <p14:creationId xmlns:p14="http://schemas.microsoft.com/office/powerpoint/2010/main" val="867729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A8DAE9-3730-6F45-C2DB-13DB6B35C319}"/>
              </a:ext>
            </a:extLst>
          </p:cNvPr>
          <p:cNvSpPr>
            <a:spLocks noGrp="1"/>
          </p:cNvSpPr>
          <p:nvPr>
            <p:ph type="title"/>
          </p:nvPr>
        </p:nvSpPr>
        <p:spPr/>
        <p:txBody>
          <a:bodyPr/>
          <a:lstStyle/>
          <a:p>
            <a:r>
              <a:rPr lang="es-ES" dirty="0"/>
              <a:t>¿Cómo lo haremos?</a:t>
            </a:r>
            <a:endParaRPr lang="es-CL" dirty="0"/>
          </a:p>
        </p:txBody>
      </p:sp>
      <p:pic>
        <p:nvPicPr>
          <p:cNvPr id="6" name="Marcador de contenido 5" descr="Interfaz de usuario gráfica, Tabla&#10;&#10;El contenido generado por IA puede ser incorrecto.">
            <a:extLst>
              <a:ext uri="{FF2B5EF4-FFF2-40B4-BE49-F238E27FC236}">
                <a16:creationId xmlns:a16="http://schemas.microsoft.com/office/drawing/2014/main" id="{3DDCD775-4C2A-2C1D-6F37-AB62BAFBBB2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199" y="1483879"/>
            <a:ext cx="4916055" cy="5298093"/>
          </a:xfrm>
        </p:spPr>
      </p:pic>
      <p:graphicFrame>
        <p:nvGraphicFramePr>
          <p:cNvPr id="7" name="Tabla 6">
            <a:extLst>
              <a:ext uri="{FF2B5EF4-FFF2-40B4-BE49-F238E27FC236}">
                <a16:creationId xmlns:a16="http://schemas.microsoft.com/office/drawing/2014/main" id="{54A41AC9-F326-4547-C275-D1643596E635}"/>
              </a:ext>
            </a:extLst>
          </p:cNvPr>
          <p:cNvGraphicFramePr>
            <a:graphicFrameLocks noGrp="1"/>
          </p:cNvGraphicFramePr>
          <p:nvPr>
            <p:extLst>
              <p:ext uri="{D42A27DB-BD31-4B8C-83A1-F6EECF244321}">
                <p14:modId xmlns:p14="http://schemas.microsoft.com/office/powerpoint/2010/main" val="3643116806"/>
              </p:ext>
            </p:extLst>
          </p:nvPr>
        </p:nvGraphicFramePr>
        <p:xfrm>
          <a:off x="4116387" y="1254125"/>
          <a:ext cx="5221577" cy="5298087"/>
        </p:xfrm>
        <a:graphic>
          <a:graphicData uri="http://schemas.openxmlformats.org/drawingml/2006/table">
            <a:tbl>
              <a:tblPr>
                <a:tableStyleId>{5C22544A-7EE6-4342-B048-85BDC9FD1C3A}</a:tableStyleId>
              </a:tblPr>
              <a:tblGrid>
                <a:gridCol w="692877">
                  <a:extLst>
                    <a:ext uri="{9D8B030D-6E8A-4147-A177-3AD203B41FA5}">
                      <a16:colId xmlns:a16="http://schemas.microsoft.com/office/drawing/2014/main" val="4264815069"/>
                    </a:ext>
                  </a:extLst>
                </a:gridCol>
                <a:gridCol w="2821509">
                  <a:extLst>
                    <a:ext uri="{9D8B030D-6E8A-4147-A177-3AD203B41FA5}">
                      <a16:colId xmlns:a16="http://schemas.microsoft.com/office/drawing/2014/main" val="195397229"/>
                    </a:ext>
                  </a:extLst>
                </a:gridCol>
                <a:gridCol w="821452">
                  <a:extLst>
                    <a:ext uri="{9D8B030D-6E8A-4147-A177-3AD203B41FA5}">
                      <a16:colId xmlns:a16="http://schemas.microsoft.com/office/drawing/2014/main" val="112228462"/>
                    </a:ext>
                  </a:extLst>
                </a:gridCol>
                <a:gridCol w="885739">
                  <a:extLst>
                    <a:ext uri="{9D8B030D-6E8A-4147-A177-3AD203B41FA5}">
                      <a16:colId xmlns:a16="http://schemas.microsoft.com/office/drawing/2014/main" val="1427789040"/>
                    </a:ext>
                  </a:extLst>
                </a:gridCol>
              </a:tblGrid>
              <a:tr h="204534">
                <a:tc gridSpan="2">
                  <a:txBody>
                    <a:bodyPr/>
                    <a:lstStyle/>
                    <a:p>
                      <a:pPr algn="ctr" fontAlgn="ctr">
                        <a:buNone/>
                      </a:pPr>
                      <a:r>
                        <a:rPr lang="es-CL" sz="600" u="none" strike="noStrike">
                          <a:effectLst/>
                        </a:rPr>
                        <a:t>Actividad</a:t>
                      </a:r>
                      <a:endParaRPr lang="es-CL" sz="600" b="1" i="0" u="none" strike="noStrike">
                        <a:solidFill>
                          <a:srgbClr val="FFFFFF"/>
                        </a:solidFill>
                        <a:effectLst/>
                        <a:latin typeface="Lato" panose="020F0502020204030203" pitchFamily="34" charset="0"/>
                      </a:endParaRPr>
                    </a:p>
                  </a:txBody>
                  <a:tcPr marL="5419" marR="5419" marT="5419" marB="0" anchor="ctr"/>
                </a:tc>
                <a:tc hMerge="1">
                  <a:txBody>
                    <a:bodyPr/>
                    <a:lstStyle/>
                    <a:p>
                      <a:endParaRPr lang="es-CL"/>
                    </a:p>
                  </a:txBody>
                  <a:tcPr/>
                </a:tc>
                <a:tc gridSpan="2">
                  <a:txBody>
                    <a:bodyPr/>
                    <a:lstStyle/>
                    <a:p>
                      <a:pPr algn="ctr" fontAlgn="ctr">
                        <a:buNone/>
                      </a:pPr>
                      <a:r>
                        <a:rPr lang="es-CL" sz="600" u="none" strike="noStrike">
                          <a:effectLst/>
                        </a:rPr>
                        <a:t>Roles / Responsabilidades</a:t>
                      </a:r>
                      <a:endParaRPr lang="es-CL" sz="600" b="1" i="0" u="none" strike="noStrike">
                        <a:solidFill>
                          <a:srgbClr val="FFFFFF"/>
                        </a:solidFill>
                        <a:effectLst/>
                        <a:latin typeface="Lato" panose="020F0502020204030203" pitchFamily="34" charset="0"/>
                      </a:endParaRPr>
                    </a:p>
                  </a:txBody>
                  <a:tcPr marL="5419" marR="5419" marT="5419" marB="0" anchor="ctr"/>
                </a:tc>
                <a:tc hMerge="1">
                  <a:txBody>
                    <a:bodyPr/>
                    <a:lstStyle/>
                    <a:p>
                      <a:endParaRPr lang="es-CL"/>
                    </a:p>
                  </a:txBody>
                  <a:tcPr/>
                </a:tc>
                <a:extLst>
                  <a:ext uri="{0D108BD9-81ED-4DB2-BD59-A6C34878D82A}">
                    <a16:rowId xmlns:a16="http://schemas.microsoft.com/office/drawing/2014/main" val="3993999094"/>
                  </a:ext>
                </a:extLst>
              </a:tr>
              <a:tr h="224328">
                <a:tc>
                  <a:txBody>
                    <a:bodyPr/>
                    <a:lstStyle/>
                    <a:p>
                      <a:pPr algn="ctr" fontAlgn="ctr">
                        <a:buNone/>
                      </a:pPr>
                      <a:r>
                        <a:rPr lang="es-CL" sz="600" u="none" strike="noStrike">
                          <a:effectLst/>
                        </a:rPr>
                        <a:t>ID Actividad</a:t>
                      </a:r>
                      <a:endParaRPr lang="es-CL" sz="600" b="1" i="0" u="none" strike="noStrike">
                        <a:solidFill>
                          <a:srgbClr val="FFFFFF"/>
                        </a:solidFill>
                        <a:effectLst/>
                        <a:latin typeface="Lato" panose="020F0502020204030203" pitchFamily="34" charset="0"/>
                      </a:endParaRPr>
                    </a:p>
                  </a:txBody>
                  <a:tcPr marL="5419" marR="5419" marT="5419" marB="0" anchor="ctr"/>
                </a:tc>
                <a:tc>
                  <a:txBody>
                    <a:bodyPr/>
                    <a:lstStyle/>
                    <a:p>
                      <a:pPr algn="ctr" fontAlgn="ctr">
                        <a:buNone/>
                      </a:pPr>
                      <a:r>
                        <a:rPr lang="es-CL" sz="600" u="none" strike="noStrike">
                          <a:effectLst/>
                        </a:rPr>
                        <a:t>Actividad</a:t>
                      </a:r>
                      <a:endParaRPr lang="es-CL" sz="600" b="1" i="0" u="none" strike="noStrike">
                        <a:solidFill>
                          <a:srgbClr val="FFFFFF"/>
                        </a:solidFill>
                        <a:effectLst/>
                        <a:latin typeface="Lato" panose="020F0502020204030203" pitchFamily="34" charset="0"/>
                      </a:endParaRPr>
                    </a:p>
                  </a:txBody>
                  <a:tcPr marL="5419" marR="5419" marT="5419" marB="0" anchor="ctr"/>
                </a:tc>
                <a:tc>
                  <a:txBody>
                    <a:bodyPr/>
                    <a:lstStyle/>
                    <a:p>
                      <a:pPr algn="ctr" fontAlgn="ctr">
                        <a:buNone/>
                      </a:pPr>
                      <a:r>
                        <a:rPr lang="es-CL" sz="600" u="none" strike="noStrike">
                          <a:effectLst/>
                        </a:rPr>
                        <a:t>Claudio Brito</a:t>
                      </a:r>
                      <a:endParaRPr lang="es-CL" sz="600" b="1" i="0" u="none" strike="noStrike">
                        <a:solidFill>
                          <a:srgbClr val="FFFFFF"/>
                        </a:solidFill>
                        <a:effectLst/>
                        <a:latin typeface="Lato" panose="020F0502020204030203" pitchFamily="34" charset="0"/>
                      </a:endParaRPr>
                    </a:p>
                  </a:txBody>
                  <a:tcPr marL="5419" marR="5419" marT="5419" marB="0" anchor="ctr"/>
                </a:tc>
                <a:tc>
                  <a:txBody>
                    <a:bodyPr/>
                    <a:lstStyle/>
                    <a:p>
                      <a:pPr algn="ctr" fontAlgn="ctr">
                        <a:buNone/>
                      </a:pPr>
                      <a:r>
                        <a:rPr lang="es-CL" sz="600" u="none" strike="noStrike">
                          <a:effectLst/>
                        </a:rPr>
                        <a:t>Francisco Castro</a:t>
                      </a:r>
                      <a:endParaRPr lang="es-CL" sz="600" b="1" i="0" u="none" strike="noStrike">
                        <a:solidFill>
                          <a:srgbClr val="FFFFFF"/>
                        </a:solidFill>
                        <a:effectLst/>
                        <a:latin typeface="Lato" panose="020F0502020204030203" pitchFamily="34" charset="0"/>
                      </a:endParaRPr>
                    </a:p>
                  </a:txBody>
                  <a:tcPr marL="5419" marR="5419" marT="5419" marB="0" anchor="ctr"/>
                </a:tc>
                <a:extLst>
                  <a:ext uri="{0D108BD9-81ED-4DB2-BD59-A6C34878D82A}">
                    <a16:rowId xmlns:a16="http://schemas.microsoft.com/office/drawing/2014/main" val="1667204830"/>
                  </a:ext>
                </a:extLst>
              </a:tr>
              <a:tr h="158349">
                <a:tc>
                  <a:txBody>
                    <a:bodyPr/>
                    <a:lstStyle/>
                    <a:p>
                      <a:pPr algn="ctr" fontAlgn="b">
                        <a:buNone/>
                      </a:pPr>
                      <a:r>
                        <a:rPr lang="es-CL" sz="600" u="none" strike="noStrike">
                          <a:effectLst/>
                        </a:rPr>
                        <a:t>1</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Acta de constitucion</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1060030150"/>
                  </a:ext>
                </a:extLst>
              </a:tr>
              <a:tr h="158349">
                <a:tc>
                  <a:txBody>
                    <a:bodyPr/>
                    <a:lstStyle/>
                    <a:p>
                      <a:pPr algn="ctr" fontAlgn="b">
                        <a:buNone/>
                      </a:pPr>
                      <a:r>
                        <a:rPr lang="es-CL" sz="600" u="none" strike="noStrike">
                          <a:effectLst/>
                        </a:rPr>
                        <a:t>2</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dirty="0" err="1">
                          <a:effectLst/>
                        </a:rPr>
                        <a:t>Analisis</a:t>
                      </a:r>
                      <a:r>
                        <a:rPr lang="es-CL" sz="600" u="none" strike="noStrike" dirty="0">
                          <a:effectLst/>
                        </a:rPr>
                        <a:t> de caso</a:t>
                      </a:r>
                      <a:endParaRPr lang="es-CL" sz="600" b="0" i="0" u="none" strike="noStrike" dirty="0">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4020622201"/>
                  </a:ext>
                </a:extLst>
              </a:tr>
              <a:tr h="158349">
                <a:tc>
                  <a:txBody>
                    <a:bodyPr/>
                    <a:lstStyle/>
                    <a:p>
                      <a:pPr algn="ctr" fontAlgn="b">
                        <a:buNone/>
                      </a:pPr>
                      <a:r>
                        <a:rPr lang="es-CL" sz="600" u="none" strike="noStrike">
                          <a:effectLst/>
                        </a:rPr>
                        <a:t>3</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CANVAS</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3079176834"/>
                  </a:ext>
                </a:extLst>
              </a:tr>
              <a:tr h="158349">
                <a:tc>
                  <a:txBody>
                    <a:bodyPr/>
                    <a:lstStyle/>
                    <a:p>
                      <a:pPr algn="ctr" fontAlgn="b">
                        <a:buNone/>
                      </a:pPr>
                      <a:r>
                        <a:rPr lang="es-CL" sz="600" u="none" strike="noStrike">
                          <a:effectLst/>
                        </a:rPr>
                        <a:t>4</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ES" sz="600" u="none" strike="noStrike">
                          <a:effectLst/>
                        </a:rPr>
                        <a:t>Plan de direccion de proyecto</a:t>
                      </a:r>
                      <a:endParaRPr lang="es-ES"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2390746766"/>
                  </a:ext>
                </a:extLst>
              </a:tr>
              <a:tr h="158349">
                <a:tc>
                  <a:txBody>
                    <a:bodyPr/>
                    <a:lstStyle/>
                    <a:p>
                      <a:pPr algn="ctr" fontAlgn="b">
                        <a:buNone/>
                      </a:pPr>
                      <a:r>
                        <a:rPr lang="es-CL" sz="600" u="none" strike="noStrike">
                          <a:effectLst/>
                        </a:rPr>
                        <a:t>5</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ES" sz="600" u="none" strike="noStrike">
                          <a:effectLst/>
                        </a:rPr>
                        <a:t>Especificacion de requerimientos de las partes interesadas</a:t>
                      </a:r>
                      <a:endParaRPr lang="es-ES"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1537815697"/>
                  </a:ext>
                </a:extLst>
              </a:tr>
              <a:tr h="158349">
                <a:tc>
                  <a:txBody>
                    <a:bodyPr/>
                    <a:lstStyle/>
                    <a:p>
                      <a:pPr algn="ctr" fontAlgn="b">
                        <a:buNone/>
                      </a:pPr>
                      <a:r>
                        <a:rPr lang="es-CL" sz="600" u="none" strike="noStrike">
                          <a:effectLst/>
                        </a:rPr>
                        <a:t>6</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Presupuesto del proyecto</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434219183"/>
                  </a:ext>
                </a:extLst>
              </a:tr>
              <a:tr h="158349">
                <a:tc>
                  <a:txBody>
                    <a:bodyPr/>
                    <a:lstStyle/>
                    <a:p>
                      <a:pPr algn="ctr" fontAlgn="b">
                        <a:buNone/>
                      </a:pPr>
                      <a:r>
                        <a:rPr lang="es-CL" sz="600" u="none" strike="noStrike">
                          <a:effectLst/>
                        </a:rPr>
                        <a:t>7</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ES" sz="600" u="none" strike="noStrike">
                          <a:effectLst/>
                        </a:rPr>
                        <a:t>Plan de cominicaciones del proyecto</a:t>
                      </a:r>
                      <a:endParaRPr lang="es-ES"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3615702400"/>
                  </a:ext>
                </a:extLst>
              </a:tr>
              <a:tr h="158349">
                <a:tc>
                  <a:txBody>
                    <a:bodyPr/>
                    <a:lstStyle/>
                    <a:p>
                      <a:pPr algn="ctr" fontAlgn="b">
                        <a:buNone/>
                      </a:pPr>
                      <a:r>
                        <a:rPr lang="es-CL" sz="600" u="none" strike="noStrike">
                          <a:effectLst/>
                        </a:rPr>
                        <a:t>8</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Gestion de Recursos</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1250870965"/>
                  </a:ext>
                </a:extLst>
              </a:tr>
              <a:tr h="158349">
                <a:tc>
                  <a:txBody>
                    <a:bodyPr/>
                    <a:lstStyle/>
                    <a:p>
                      <a:pPr algn="ctr" fontAlgn="b">
                        <a:buNone/>
                      </a:pPr>
                      <a:r>
                        <a:rPr lang="es-CL" sz="600" u="none" strike="noStrike">
                          <a:effectLst/>
                        </a:rPr>
                        <a:t>9</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Gestion de calidad</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2123953945"/>
                  </a:ext>
                </a:extLst>
              </a:tr>
              <a:tr h="158349">
                <a:tc>
                  <a:txBody>
                    <a:bodyPr/>
                    <a:lstStyle/>
                    <a:p>
                      <a:pPr algn="ctr" fontAlgn="b">
                        <a:buNone/>
                      </a:pPr>
                      <a:r>
                        <a:rPr lang="es-CL" sz="600" u="none" strike="noStrike">
                          <a:effectLst/>
                        </a:rPr>
                        <a:t>10</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ES" sz="600" u="none" strike="noStrike">
                          <a:effectLst/>
                        </a:rPr>
                        <a:t>Especificacion de requerimientos del sistema</a:t>
                      </a:r>
                      <a:endParaRPr lang="es-ES"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3750106706"/>
                  </a:ext>
                </a:extLst>
              </a:tr>
              <a:tr h="158349">
                <a:tc>
                  <a:txBody>
                    <a:bodyPr/>
                    <a:lstStyle/>
                    <a:p>
                      <a:pPr algn="ctr" fontAlgn="b">
                        <a:buNone/>
                      </a:pPr>
                      <a:r>
                        <a:rPr lang="es-CL" sz="600" u="none" strike="noStrike">
                          <a:effectLst/>
                        </a:rPr>
                        <a:t>11</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Especificacion de requerimientos de software</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2356236816"/>
                  </a:ext>
                </a:extLst>
              </a:tr>
              <a:tr h="158349">
                <a:tc>
                  <a:txBody>
                    <a:bodyPr/>
                    <a:lstStyle/>
                    <a:p>
                      <a:pPr algn="ctr" fontAlgn="b">
                        <a:buNone/>
                      </a:pPr>
                      <a:r>
                        <a:rPr lang="es-CL" sz="600" u="none" strike="noStrike">
                          <a:effectLst/>
                        </a:rPr>
                        <a:t>12</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Especificacion de requerimientos</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882383844"/>
                  </a:ext>
                </a:extLst>
              </a:tr>
              <a:tr h="158349">
                <a:tc>
                  <a:txBody>
                    <a:bodyPr/>
                    <a:lstStyle/>
                    <a:p>
                      <a:pPr algn="ctr" fontAlgn="b">
                        <a:buNone/>
                      </a:pPr>
                      <a:r>
                        <a:rPr lang="es-CL" sz="600" u="none" strike="noStrike">
                          <a:effectLst/>
                        </a:rPr>
                        <a:t>13</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Informe ERS</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3597005727"/>
                  </a:ext>
                </a:extLst>
              </a:tr>
              <a:tr h="158349">
                <a:tc>
                  <a:txBody>
                    <a:bodyPr/>
                    <a:lstStyle/>
                    <a:p>
                      <a:pPr algn="ctr" fontAlgn="b">
                        <a:buNone/>
                      </a:pPr>
                      <a:r>
                        <a:rPr lang="es-CL" sz="600" u="none" strike="noStrike">
                          <a:effectLst/>
                        </a:rPr>
                        <a:t>14</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Matriz de trazabilidad de requisitos</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1064068518"/>
                  </a:ext>
                </a:extLst>
              </a:tr>
              <a:tr h="158349">
                <a:tc>
                  <a:txBody>
                    <a:bodyPr/>
                    <a:lstStyle/>
                    <a:p>
                      <a:pPr algn="ctr" fontAlgn="b">
                        <a:buNone/>
                      </a:pPr>
                      <a:r>
                        <a:rPr lang="es-CL" sz="600" u="none" strike="noStrike">
                          <a:effectLst/>
                        </a:rPr>
                        <a:t>15</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Analisis de ambigüedades</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3931436387"/>
                  </a:ext>
                </a:extLst>
              </a:tr>
              <a:tr h="138555">
                <a:tc>
                  <a:txBody>
                    <a:bodyPr/>
                    <a:lstStyle/>
                    <a:p>
                      <a:pPr algn="ctr" fontAlgn="b">
                        <a:buNone/>
                      </a:pPr>
                      <a:r>
                        <a:rPr lang="es-CL" sz="600" u="none" strike="noStrike">
                          <a:effectLst/>
                        </a:rPr>
                        <a:t>16</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Requerimientos</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3929811137"/>
                  </a:ext>
                </a:extLst>
              </a:tr>
              <a:tr h="138555">
                <a:tc>
                  <a:txBody>
                    <a:bodyPr/>
                    <a:lstStyle/>
                    <a:p>
                      <a:pPr algn="ctr" fontAlgn="b">
                        <a:buNone/>
                      </a:pPr>
                      <a:r>
                        <a:rPr lang="es-CL" sz="600" u="none" strike="noStrike">
                          <a:effectLst/>
                        </a:rPr>
                        <a:t>17</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Matriz RACI</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1922417794"/>
                  </a:ext>
                </a:extLst>
              </a:tr>
              <a:tr h="138555">
                <a:tc>
                  <a:txBody>
                    <a:bodyPr/>
                    <a:lstStyle/>
                    <a:p>
                      <a:pPr algn="ctr" fontAlgn="b">
                        <a:buNone/>
                      </a:pPr>
                      <a:r>
                        <a:rPr lang="es-CL" sz="600" u="none" strike="noStrike">
                          <a:effectLst/>
                        </a:rPr>
                        <a:t>18</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Matriz de adquisiciones</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2273524880"/>
                  </a:ext>
                </a:extLst>
              </a:tr>
              <a:tr h="138555">
                <a:tc>
                  <a:txBody>
                    <a:bodyPr/>
                    <a:lstStyle/>
                    <a:p>
                      <a:pPr algn="ctr" fontAlgn="b">
                        <a:buNone/>
                      </a:pPr>
                      <a:r>
                        <a:rPr lang="es-CL" sz="600" u="none" strike="noStrike">
                          <a:effectLst/>
                        </a:rPr>
                        <a:t>19</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Historias de Usuario</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1130146266"/>
                  </a:ext>
                </a:extLst>
              </a:tr>
              <a:tr h="138555">
                <a:tc>
                  <a:txBody>
                    <a:bodyPr/>
                    <a:lstStyle/>
                    <a:p>
                      <a:pPr algn="ctr" fontAlgn="b">
                        <a:buNone/>
                      </a:pPr>
                      <a:r>
                        <a:rPr lang="es-CL" sz="600" u="none" strike="noStrike">
                          <a:effectLst/>
                        </a:rPr>
                        <a:t>20</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DAS</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1028653891"/>
                  </a:ext>
                </a:extLst>
              </a:tr>
              <a:tr h="138555">
                <a:tc>
                  <a:txBody>
                    <a:bodyPr/>
                    <a:lstStyle/>
                    <a:p>
                      <a:pPr algn="ctr" fontAlgn="b">
                        <a:buNone/>
                      </a:pPr>
                      <a:r>
                        <a:rPr lang="es-CL" sz="600" u="none" strike="noStrike">
                          <a:effectLst/>
                        </a:rPr>
                        <a:t>21</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Plan de pruebas</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483516497"/>
                  </a:ext>
                </a:extLst>
              </a:tr>
              <a:tr h="138555">
                <a:tc>
                  <a:txBody>
                    <a:bodyPr/>
                    <a:lstStyle/>
                    <a:p>
                      <a:pPr algn="ctr" fontAlgn="b">
                        <a:buNone/>
                      </a:pPr>
                      <a:r>
                        <a:rPr lang="es-CL" sz="600" u="none" strike="noStrike">
                          <a:effectLst/>
                        </a:rPr>
                        <a:t>22</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Plantilla plan de pruebnas</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dirty="0">
                          <a:effectLst/>
                        </a:rPr>
                        <a:t> </a:t>
                      </a:r>
                      <a:endParaRPr lang="es-CL" sz="600" b="0" i="0" u="none" strike="noStrike" dirty="0">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3234605237"/>
                  </a:ext>
                </a:extLst>
              </a:tr>
              <a:tr h="138555">
                <a:tc>
                  <a:txBody>
                    <a:bodyPr/>
                    <a:lstStyle/>
                    <a:p>
                      <a:pPr algn="ctr" fontAlgn="b">
                        <a:buNone/>
                      </a:pPr>
                      <a:r>
                        <a:rPr lang="es-CL" sz="600" u="none" strike="noStrike">
                          <a:effectLst/>
                        </a:rPr>
                        <a:t>23</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ES" sz="600" u="none" strike="noStrike">
                          <a:effectLst/>
                        </a:rPr>
                        <a:t>Plan de pruebas de seguridad</a:t>
                      </a:r>
                      <a:endParaRPr lang="es-ES"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4209144686"/>
                  </a:ext>
                </a:extLst>
              </a:tr>
              <a:tr h="138555">
                <a:tc>
                  <a:txBody>
                    <a:bodyPr/>
                    <a:lstStyle/>
                    <a:p>
                      <a:pPr algn="ctr" fontAlgn="b">
                        <a:buNone/>
                      </a:pPr>
                      <a:r>
                        <a:rPr lang="es-CL" sz="600" u="none" strike="noStrike">
                          <a:effectLst/>
                        </a:rPr>
                        <a:t>24</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ES" sz="600" u="none" strike="noStrike">
                          <a:effectLst/>
                        </a:rPr>
                        <a:t>Casos de prueba de integracion</a:t>
                      </a:r>
                      <a:endParaRPr lang="es-ES"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dirty="0">
                          <a:effectLst/>
                        </a:rPr>
                        <a:t>R</a:t>
                      </a:r>
                      <a:endParaRPr lang="es-CL" sz="600" b="0" i="0" u="none" strike="noStrike" dirty="0">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4166033288"/>
                  </a:ext>
                </a:extLst>
              </a:tr>
              <a:tr h="138555">
                <a:tc>
                  <a:txBody>
                    <a:bodyPr/>
                    <a:lstStyle/>
                    <a:p>
                      <a:pPr algn="ctr" fontAlgn="b">
                        <a:buNone/>
                      </a:pPr>
                      <a:r>
                        <a:rPr lang="es-CL" sz="600" u="none" strike="noStrike">
                          <a:effectLst/>
                        </a:rPr>
                        <a:t>25</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Informe pruebas de stress</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2765949225"/>
                  </a:ext>
                </a:extLst>
              </a:tr>
              <a:tr h="138555">
                <a:tc>
                  <a:txBody>
                    <a:bodyPr/>
                    <a:lstStyle/>
                    <a:p>
                      <a:pPr algn="ctr" fontAlgn="b">
                        <a:buNone/>
                      </a:pPr>
                      <a:r>
                        <a:rPr lang="es-CL" sz="600" u="none" strike="noStrike">
                          <a:effectLst/>
                        </a:rPr>
                        <a:t>26</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Acta de cierre</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1216568827"/>
                  </a:ext>
                </a:extLst>
              </a:tr>
              <a:tr h="138555">
                <a:tc>
                  <a:txBody>
                    <a:bodyPr/>
                    <a:lstStyle/>
                    <a:p>
                      <a:pPr algn="ctr" fontAlgn="b">
                        <a:buNone/>
                      </a:pPr>
                      <a:r>
                        <a:rPr lang="es-CL" sz="600" u="none" strike="noStrike">
                          <a:effectLst/>
                        </a:rPr>
                        <a:t>27</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ES" sz="600" u="none" strike="noStrike">
                          <a:effectLst/>
                        </a:rPr>
                        <a:t>Informe de cierre de proyecto</a:t>
                      </a:r>
                      <a:endParaRPr lang="es-ES"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1118084231"/>
                  </a:ext>
                </a:extLst>
              </a:tr>
              <a:tr h="138555">
                <a:tc>
                  <a:txBody>
                    <a:bodyPr/>
                    <a:lstStyle/>
                    <a:p>
                      <a:pPr algn="ctr" fontAlgn="b">
                        <a:buNone/>
                      </a:pPr>
                      <a:r>
                        <a:rPr lang="es-CL" sz="600" u="none" strike="noStrike">
                          <a:effectLst/>
                        </a:rPr>
                        <a:t>28</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Base de datos</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4191558214"/>
                  </a:ext>
                </a:extLst>
              </a:tr>
              <a:tr h="138555">
                <a:tc>
                  <a:txBody>
                    <a:bodyPr/>
                    <a:lstStyle/>
                    <a:p>
                      <a:pPr algn="ctr" fontAlgn="b">
                        <a:buNone/>
                      </a:pPr>
                      <a:r>
                        <a:rPr lang="es-CL" sz="600" u="none" strike="noStrike">
                          <a:effectLst/>
                        </a:rPr>
                        <a:t>29</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Modulo comparador</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1050897174"/>
                  </a:ext>
                </a:extLst>
              </a:tr>
              <a:tr h="138555">
                <a:tc>
                  <a:txBody>
                    <a:bodyPr/>
                    <a:lstStyle/>
                    <a:p>
                      <a:pPr algn="ctr" fontAlgn="b">
                        <a:buNone/>
                      </a:pPr>
                      <a:r>
                        <a:rPr lang="es-CL" sz="600" u="none" strike="noStrike">
                          <a:effectLst/>
                        </a:rPr>
                        <a:t>30</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Modulo lista de compras</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593630010"/>
                  </a:ext>
                </a:extLst>
              </a:tr>
              <a:tr h="138555">
                <a:tc>
                  <a:txBody>
                    <a:bodyPr/>
                    <a:lstStyle/>
                    <a:p>
                      <a:pPr algn="ctr" fontAlgn="b">
                        <a:buNone/>
                      </a:pPr>
                      <a:r>
                        <a:rPr lang="es-CL" sz="600" u="none" strike="noStrike">
                          <a:effectLst/>
                        </a:rPr>
                        <a:t>31</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Modulo historial</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4014350716"/>
                  </a:ext>
                </a:extLst>
              </a:tr>
              <a:tr h="138555">
                <a:tc>
                  <a:txBody>
                    <a:bodyPr/>
                    <a:lstStyle/>
                    <a:p>
                      <a:pPr algn="ctr" fontAlgn="b">
                        <a:buNone/>
                      </a:pPr>
                      <a:r>
                        <a:rPr lang="es-CL" sz="600" u="none" strike="noStrike">
                          <a:effectLst/>
                        </a:rPr>
                        <a:t>32</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WebScraping</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R</a:t>
                      </a:r>
                      <a:endParaRPr lang="es-CL" sz="600" b="0" i="0" u="none" strike="noStrike">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3560919614"/>
                  </a:ext>
                </a:extLst>
              </a:tr>
              <a:tr h="138555">
                <a:tc>
                  <a:txBody>
                    <a:bodyPr/>
                    <a:lstStyle/>
                    <a:p>
                      <a:pPr algn="ctr" fontAlgn="b">
                        <a:buNone/>
                      </a:pPr>
                      <a:r>
                        <a:rPr lang="es-CL" sz="600" u="none" strike="noStrike">
                          <a:effectLst/>
                        </a:rPr>
                        <a:t>33</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ctr" fontAlgn="b">
                        <a:buNone/>
                      </a:pPr>
                      <a:r>
                        <a:rPr lang="es-CL" sz="600" u="none" strike="noStrike">
                          <a:effectLst/>
                        </a:rPr>
                        <a:t>Entrenamiento modelo de datos</a:t>
                      </a:r>
                      <a:endParaRPr lang="es-CL" sz="600" b="0" i="0" u="none" strike="noStrike">
                        <a:solidFill>
                          <a:srgbClr val="666666"/>
                        </a:solidFill>
                        <a:effectLst/>
                        <a:latin typeface="Lato" panose="020F0502020204030203" pitchFamily="34" charset="0"/>
                      </a:endParaRPr>
                    </a:p>
                  </a:txBody>
                  <a:tcPr marL="5419" marR="5419" marT="5419" marB="0" anchor="b"/>
                </a:tc>
                <a:tc>
                  <a:txBody>
                    <a:bodyPr/>
                    <a:lstStyle/>
                    <a:p>
                      <a:pPr algn="l" fontAlgn="b">
                        <a:buNone/>
                      </a:pPr>
                      <a:r>
                        <a:rPr lang="es-CL" sz="600" u="none" strike="noStrike">
                          <a:effectLst/>
                        </a:rPr>
                        <a:t> </a:t>
                      </a:r>
                      <a:endParaRPr lang="es-CL" sz="600" b="0" i="0" u="none" strike="noStrike">
                        <a:solidFill>
                          <a:srgbClr val="000000"/>
                        </a:solidFill>
                        <a:effectLst/>
                        <a:latin typeface="Lato" panose="020F0502020204030203" pitchFamily="34" charset="0"/>
                      </a:endParaRPr>
                    </a:p>
                  </a:txBody>
                  <a:tcPr marL="5419" marR="5419" marT="5419" marB="0" anchor="b"/>
                </a:tc>
                <a:tc>
                  <a:txBody>
                    <a:bodyPr/>
                    <a:lstStyle/>
                    <a:p>
                      <a:pPr algn="l" fontAlgn="b">
                        <a:buNone/>
                      </a:pPr>
                      <a:r>
                        <a:rPr lang="es-CL" sz="600" u="none" strike="noStrike" dirty="0">
                          <a:effectLst/>
                        </a:rPr>
                        <a:t>R</a:t>
                      </a:r>
                      <a:endParaRPr lang="es-CL" sz="600" b="0" i="0" u="none" strike="noStrike" dirty="0">
                        <a:solidFill>
                          <a:srgbClr val="000000"/>
                        </a:solidFill>
                        <a:effectLst/>
                        <a:latin typeface="Lato" panose="020F0502020204030203" pitchFamily="34" charset="0"/>
                      </a:endParaRPr>
                    </a:p>
                  </a:txBody>
                  <a:tcPr marL="5419" marR="5419" marT="5419" marB="0" anchor="b"/>
                </a:tc>
                <a:extLst>
                  <a:ext uri="{0D108BD9-81ED-4DB2-BD59-A6C34878D82A}">
                    <a16:rowId xmlns:a16="http://schemas.microsoft.com/office/drawing/2014/main" val="1036189530"/>
                  </a:ext>
                </a:extLst>
              </a:tr>
            </a:tbl>
          </a:graphicData>
        </a:graphic>
      </p:graphicFrame>
      <p:pic>
        <p:nvPicPr>
          <p:cNvPr id="4" name="Imagen 3" descr="Imagen que contiene biombo, interior, con baldosas, pareja&#10;&#10;El contenido generado por IA puede ser incorrecto.">
            <a:extLst>
              <a:ext uri="{FF2B5EF4-FFF2-40B4-BE49-F238E27FC236}">
                <a16:creationId xmlns:a16="http://schemas.microsoft.com/office/drawing/2014/main" id="{E21CF218-0E78-CF27-0155-C633DCFC12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12739"/>
            <a:ext cx="12192000" cy="3432522"/>
          </a:xfrm>
          <a:prstGeom prst="rect">
            <a:avLst/>
          </a:prstGeom>
        </p:spPr>
      </p:pic>
    </p:spTree>
    <p:extLst>
      <p:ext uri="{BB962C8B-B14F-4D97-AF65-F5344CB8AC3E}">
        <p14:creationId xmlns:p14="http://schemas.microsoft.com/office/powerpoint/2010/main" val="2494510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AF9BF7-E407-1D30-E3DD-715A37BE6A36}"/>
              </a:ext>
            </a:extLst>
          </p:cNvPr>
          <p:cNvSpPr>
            <a:spLocks noGrp="1"/>
          </p:cNvSpPr>
          <p:nvPr>
            <p:ph type="title"/>
          </p:nvPr>
        </p:nvSpPr>
        <p:spPr/>
        <p:txBody>
          <a:bodyPr/>
          <a:lstStyle/>
          <a:p>
            <a:r>
              <a:rPr lang="es-ES" dirty="0"/>
              <a:t>¿Con que herramientas?</a:t>
            </a:r>
            <a:endParaRPr lang="es-CL" dirty="0"/>
          </a:p>
        </p:txBody>
      </p:sp>
      <p:pic>
        <p:nvPicPr>
          <p:cNvPr id="1026" name="Picture 2" descr="Por qué el logo de Php es un elefante? – Webirix">
            <a:extLst>
              <a:ext uri="{FF2B5EF4-FFF2-40B4-BE49-F238E27FC236}">
                <a16:creationId xmlns:a16="http://schemas.microsoft.com/office/drawing/2014/main" id="{53A4B959-1FE2-062E-913C-4CFE8DF327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492501"/>
            <a:ext cx="26670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ySQL | Austin TX">
            <a:extLst>
              <a:ext uri="{FF2B5EF4-FFF2-40B4-BE49-F238E27FC236}">
                <a16:creationId xmlns:a16="http://schemas.microsoft.com/office/drawing/2014/main" id="{30CD90D6-BE65-5071-E6DE-A07D504611B7}"/>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5024437" y="3250013"/>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421CF68-9AE1-79AA-C330-9566C0D57A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250933"/>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rimeros pasos con Docker para Windows - Daniel Córdoba Cárdenas">
            <a:extLst>
              <a:ext uri="{FF2B5EF4-FFF2-40B4-BE49-F238E27FC236}">
                <a16:creationId xmlns:a16="http://schemas.microsoft.com/office/drawing/2014/main" id="{B4DBB8F2-E24D-BAF0-5E35-A080E74B91D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3125" y="1175536"/>
            <a:ext cx="2679111" cy="228840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Visual Studio Code - Download and install on Windows | Microsoft Store">
            <a:extLst>
              <a:ext uri="{FF2B5EF4-FFF2-40B4-BE49-F238E27FC236}">
                <a16:creationId xmlns:a16="http://schemas.microsoft.com/office/drawing/2014/main" id="{F41AA521-2065-7A39-55A8-54CC619D773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02794" y="1408836"/>
            <a:ext cx="1869031" cy="186903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Downloads | Cursor - The AI Code Editor">
            <a:extLst>
              <a:ext uri="{FF2B5EF4-FFF2-40B4-BE49-F238E27FC236}">
                <a16:creationId xmlns:a16="http://schemas.microsoft.com/office/drawing/2014/main" id="{5545A27F-624E-8F6E-6EFE-7372AA34DC6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42308" y="1650053"/>
            <a:ext cx="1891420" cy="138659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TML in 45 minutes - webdevmonk">
            <a:extLst>
              <a:ext uri="{FF2B5EF4-FFF2-40B4-BE49-F238E27FC236}">
                <a16:creationId xmlns:a16="http://schemas.microsoft.com/office/drawing/2014/main" id="{E8294CC7-251A-9FAC-BC6E-A7E0A46E874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230197" y="1570588"/>
            <a:ext cx="1552858" cy="1552858"/>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CSS - Adaweb">
            <a:extLst>
              <a:ext uri="{FF2B5EF4-FFF2-40B4-BE49-F238E27FC236}">
                <a16:creationId xmlns:a16="http://schemas.microsoft.com/office/drawing/2014/main" id="{08F5C268-58F0-3310-7A8B-E63FB18C5FF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561480" y="1778237"/>
            <a:ext cx="1117914" cy="1117914"/>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Qué es Ajax en el desarrollo web - Epitech Spain">
            <a:extLst>
              <a:ext uri="{FF2B5EF4-FFF2-40B4-BE49-F238E27FC236}">
                <a16:creationId xmlns:a16="http://schemas.microsoft.com/office/drawing/2014/main" id="{7CA91637-458B-F8D7-40DD-DFF4691FE2C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11950" y="3534528"/>
            <a:ext cx="1868881" cy="1180346"/>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Python">
            <a:extLst>
              <a:ext uri="{FF2B5EF4-FFF2-40B4-BE49-F238E27FC236}">
                <a16:creationId xmlns:a16="http://schemas.microsoft.com/office/drawing/2014/main" id="{9F092D7B-3E1C-C6B2-2DFE-5B20A71D54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05751" y="3721963"/>
            <a:ext cx="1474300" cy="1474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7953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194743-4941-748C-F7E2-647338F4CF0A}"/>
              </a:ext>
            </a:extLst>
          </p:cNvPr>
          <p:cNvSpPr>
            <a:spLocks noGrp="1"/>
          </p:cNvSpPr>
          <p:nvPr>
            <p:ph type="title"/>
          </p:nvPr>
        </p:nvSpPr>
        <p:spPr/>
        <p:txBody>
          <a:bodyPr/>
          <a:lstStyle/>
          <a:p>
            <a:endParaRPr lang="es-CL"/>
          </a:p>
        </p:txBody>
      </p:sp>
      <p:pic>
        <p:nvPicPr>
          <p:cNvPr id="5" name="Marcador de contenido 4" descr="Diagrama&#10;&#10;El contenido generado por IA puede ser incorrecto.">
            <a:extLst>
              <a:ext uri="{FF2B5EF4-FFF2-40B4-BE49-F238E27FC236}">
                <a16:creationId xmlns:a16="http://schemas.microsoft.com/office/drawing/2014/main" id="{431BDA6A-3B4E-A81A-B8DB-765929315A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2037" y="2353469"/>
            <a:ext cx="10067925" cy="3295650"/>
          </a:xfrm>
        </p:spPr>
      </p:pic>
    </p:spTree>
    <p:extLst>
      <p:ext uri="{BB962C8B-B14F-4D97-AF65-F5344CB8AC3E}">
        <p14:creationId xmlns:p14="http://schemas.microsoft.com/office/powerpoint/2010/main" val="42485335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417</TotalTime>
  <Words>383</Words>
  <Application>Microsoft Office PowerPoint</Application>
  <PresentationFormat>Panorámica</PresentationFormat>
  <Paragraphs>160</Paragraphs>
  <Slides>6</Slides>
  <Notes>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Aptos</vt:lpstr>
      <vt:lpstr>Aptos Display</vt:lpstr>
      <vt:lpstr>Arial</vt:lpstr>
      <vt:lpstr>Lato</vt:lpstr>
      <vt:lpstr>Tema de Office</vt:lpstr>
      <vt:lpstr>CompraRata</vt:lpstr>
      <vt:lpstr>¿Qué es CompraRata?</vt:lpstr>
      <vt:lpstr>¿A quien le sirve?</vt:lpstr>
      <vt:lpstr>¿Cómo lo haremos?</vt:lpstr>
      <vt:lpstr>¿Con que herramientas?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Claudio Brito Soto</dc:creator>
  <cp:lastModifiedBy>Claudio Brito Soto</cp:lastModifiedBy>
  <cp:revision>1</cp:revision>
  <dcterms:created xsi:type="dcterms:W3CDTF">2025-08-28T02:55:10Z</dcterms:created>
  <dcterms:modified xsi:type="dcterms:W3CDTF">2025-09-01T19:54:49Z</dcterms:modified>
</cp:coreProperties>
</file>